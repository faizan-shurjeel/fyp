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66" r:id="rId4"/>
    <p:sldId id="273" r:id="rId5"/>
    <p:sldId id="274" r:id="rId6"/>
    <p:sldId id="258" r:id="rId7"/>
    <p:sldId id="270" r:id="rId8"/>
    <p:sldId id="259" r:id="rId9"/>
    <p:sldId id="269" r:id="rId10"/>
    <p:sldId id="260" r:id="rId11"/>
    <p:sldId id="268" r:id="rId12"/>
    <p:sldId id="271" r:id="rId13"/>
    <p:sldId id="261" r:id="rId14"/>
    <p:sldId id="267" r:id="rId15"/>
    <p:sldId id="265" r:id="rId16"/>
    <p:sldId id="263" r:id="rId17"/>
    <p:sldId id="26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17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0C7DC9-15CA-427F-8C24-1548017A3794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B96F857-78A6-44A4-93A4-4047D44F120C}">
      <dgm:prSet/>
      <dgm:spPr/>
      <dgm:t>
        <a:bodyPr/>
        <a:lstStyle/>
        <a:p>
          <a:r>
            <a:rPr lang="en-US"/>
            <a:t>The Dual Challenge of Modern Authentication:</a:t>
          </a:r>
        </a:p>
      </dgm:t>
    </dgm:pt>
    <dgm:pt modelId="{D546E45C-5171-4048-8048-4E19FE4D7FF9}" type="parTrans" cxnId="{B884EECB-221E-4F43-88F5-CF92A04FFCBA}">
      <dgm:prSet/>
      <dgm:spPr/>
      <dgm:t>
        <a:bodyPr/>
        <a:lstStyle/>
        <a:p>
          <a:endParaRPr lang="en-US"/>
        </a:p>
      </dgm:t>
    </dgm:pt>
    <dgm:pt modelId="{DA179C21-58A7-47E0-AD66-B796730226B4}" type="sibTrans" cxnId="{B884EECB-221E-4F43-88F5-CF92A04FFCBA}">
      <dgm:prSet/>
      <dgm:spPr/>
      <dgm:t>
        <a:bodyPr/>
        <a:lstStyle/>
        <a:p>
          <a:endParaRPr lang="en-US"/>
        </a:p>
      </dgm:t>
    </dgm:pt>
    <dgm:pt modelId="{45998CE4-BE54-4D02-8DDC-15ED73299424}">
      <dgm:prSet/>
      <dgm:spPr/>
      <dgm:t>
        <a:bodyPr/>
        <a:lstStyle/>
        <a:p>
          <a:r>
            <a:rPr lang="en-US"/>
            <a:t>1. The Crisis in Digital &amp; Physical Trust:</a:t>
          </a:r>
        </a:p>
      </dgm:t>
    </dgm:pt>
    <dgm:pt modelId="{15946A82-0F3E-4BAD-B3BB-E5A1C4DBD071}" type="parTrans" cxnId="{9038AA8A-7387-4D06-9DCB-BFD246322A33}">
      <dgm:prSet/>
      <dgm:spPr/>
      <dgm:t>
        <a:bodyPr/>
        <a:lstStyle/>
        <a:p>
          <a:endParaRPr lang="en-US"/>
        </a:p>
      </dgm:t>
    </dgm:pt>
    <dgm:pt modelId="{0837D613-66A3-4A55-9EEB-F0555BDE3263}" type="sibTrans" cxnId="{9038AA8A-7387-4D06-9DCB-BFD246322A33}">
      <dgm:prSet/>
      <dgm:spPr/>
      <dgm:t>
        <a:bodyPr/>
        <a:lstStyle/>
        <a:p>
          <a:endParaRPr lang="en-US"/>
        </a:p>
      </dgm:t>
    </dgm:pt>
    <dgm:pt modelId="{A9D3390D-1B1B-4057-BBE0-C8E15C1EE2E6}">
      <dgm:prSet/>
      <dgm:spPr/>
      <dgm:t>
        <a:bodyPr/>
        <a:lstStyle/>
        <a:p>
          <a:r>
            <a:rPr lang="en-US"/>
            <a:t>Systemic Vulnerabilities: Traditional credentials like passwords and PINs are fundamentally broken, consistently compromised by data breaches and sophisticated phishing attacks</a:t>
          </a:r>
        </a:p>
      </dgm:t>
    </dgm:pt>
    <dgm:pt modelId="{A29EEE99-6B2E-4076-8127-1C623E3C8585}" type="parTrans" cxnId="{F86D24A3-3784-4371-B701-082A95866C94}">
      <dgm:prSet/>
      <dgm:spPr/>
      <dgm:t>
        <a:bodyPr/>
        <a:lstStyle/>
        <a:p>
          <a:endParaRPr lang="en-US"/>
        </a:p>
      </dgm:t>
    </dgm:pt>
    <dgm:pt modelId="{0027EB36-4919-4B59-B790-23A56DC24FD1}" type="sibTrans" cxnId="{F86D24A3-3784-4371-B701-082A95866C94}">
      <dgm:prSet/>
      <dgm:spPr/>
      <dgm:t>
        <a:bodyPr/>
        <a:lstStyle/>
        <a:p>
          <a:endParaRPr lang="en-US"/>
        </a:p>
      </dgm:t>
    </dgm:pt>
    <dgm:pt modelId="{CEC1CA44-A2E1-446D-877D-C7E722B4AD90}">
      <dgm:prSet/>
      <dgm:spPr/>
      <dgm:t>
        <a:bodyPr/>
        <a:lstStyle/>
        <a:p>
          <a:r>
            <a:rPr lang="en-US"/>
            <a:t>2. The Post-Pandemic Imperative for Hygiene:</a:t>
          </a:r>
        </a:p>
      </dgm:t>
    </dgm:pt>
    <dgm:pt modelId="{14D56086-14CA-4CF0-BEE8-A9D15C0134DF}" type="parTrans" cxnId="{AB3DFDB3-4C2B-4285-83D2-03FBC75AC5C0}">
      <dgm:prSet/>
      <dgm:spPr/>
      <dgm:t>
        <a:bodyPr/>
        <a:lstStyle/>
        <a:p>
          <a:endParaRPr lang="en-US"/>
        </a:p>
      </dgm:t>
    </dgm:pt>
    <dgm:pt modelId="{17662AAA-FB3B-4CB0-A5FD-45E72C929E21}" type="sibTrans" cxnId="{AB3DFDB3-4C2B-4285-83D2-03FBC75AC5C0}">
      <dgm:prSet/>
      <dgm:spPr/>
      <dgm:t>
        <a:bodyPr/>
        <a:lstStyle/>
        <a:p>
          <a:endParaRPr lang="en-US"/>
        </a:p>
      </dgm:t>
    </dgm:pt>
    <dgm:pt modelId="{A290E035-92E7-4EAE-82B8-FF69BE17F622}">
      <dgm:prSet/>
      <dgm:spPr/>
      <dgm:t>
        <a:bodyPr/>
        <a:lstStyle/>
        <a:p>
          <a:r>
            <a:rPr lang="en-US"/>
            <a:t>Contact as a Vector: The global health crisis has permanently shifted our perception of shared surfaces. Contact-based biometrics are now recognized as vectors for germ transmission</a:t>
          </a:r>
        </a:p>
      </dgm:t>
    </dgm:pt>
    <dgm:pt modelId="{6945E887-DCDB-406E-8612-DAC8C95F5F1B}" type="parTrans" cxnId="{D366C600-640B-4484-9889-54588C418B19}">
      <dgm:prSet/>
      <dgm:spPr/>
      <dgm:t>
        <a:bodyPr/>
        <a:lstStyle/>
        <a:p>
          <a:endParaRPr lang="en-US"/>
        </a:p>
      </dgm:t>
    </dgm:pt>
    <dgm:pt modelId="{48483162-AE93-4C82-95E8-ABCADAD705D9}" type="sibTrans" cxnId="{D366C600-640B-4484-9889-54588C418B19}">
      <dgm:prSet/>
      <dgm:spPr/>
      <dgm:t>
        <a:bodyPr/>
        <a:lstStyle/>
        <a:p>
          <a:endParaRPr lang="en-US"/>
        </a:p>
      </dgm:t>
    </dgm:pt>
    <dgm:pt modelId="{9A82D0A8-59BA-4A60-A67E-39F220819D4D}">
      <dgm:prSet/>
      <dgm:spPr/>
      <dgm:t>
        <a:bodyPr/>
        <a:lstStyle/>
        <a:p>
          <a:r>
            <a:rPr lang="en-US"/>
            <a:t>Demand for Touchless Interaction: Clear market and societal need for solutions that eliminate physical contact</a:t>
          </a:r>
        </a:p>
      </dgm:t>
    </dgm:pt>
    <dgm:pt modelId="{144E7DF5-6F13-4CBD-A6A2-9CCEC5667907}" type="parTrans" cxnId="{08616421-32F2-4DD9-853A-539029FE1DAF}">
      <dgm:prSet/>
      <dgm:spPr/>
      <dgm:t>
        <a:bodyPr/>
        <a:lstStyle/>
        <a:p>
          <a:endParaRPr lang="en-US"/>
        </a:p>
      </dgm:t>
    </dgm:pt>
    <dgm:pt modelId="{25C832D3-C5AD-4322-AD33-19D741C98E72}" type="sibTrans" cxnId="{08616421-32F2-4DD9-853A-539029FE1DAF}">
      <dgm:prSet/>
      <dgm:spPr/>
      <dgm:t>
        <a:bodyPr/>
        <a:lstStyle/>
        <a:p>
          <a:endParaRPr lang="en-US"/>
        </a:p>
      </dgm:t>
    </dgm:pt>
    <dgm:pt modelId="{2C07F37A-3D29-409D-AB70-0CA51927B75A}" type="pres">
      <dgm:prSet presAssocID="{340C7DC9-15CA-427F-8C24-1548017A3794}" presName="vert0" presStyleCnt="0">
        <dgm:presLayoutVars>
          <dgm:dir/>
          <dgm:animOne val="branch"/>
          <dgm:animLvl val="lvl"/>
        </dgm:presLayoutVars>
      </dgm:prSet>
      <dgm:spPr/>
    </dgm:pt>
    <dgm:pt modelId="{60CB328D-26E6-4B3A-8F65-02488927D9FA}" type="pres">
      <dgm:prSet presAssocID="{3B96F857-78A6-44A4-93A4-4047D44F120C}" presName="thickLine" presStyleLbl="alignNode1" presStyleIdx="0" presStyleCnt="6"/>
      <dgm:spPr/>
    </dgm:pt>
    <dgm:pt modelId="{FEC3E2A0-3FE8-4EFB-AACB-FF98A06B39A0}" type="pres">
      <dgm:prSet presAssocID="{3B96F857-78A6-44A4-93A4-4047D44F120C}" presName="horz1" presStyleCnt="0"/>
      <dgm:spPr/>
    </dgm:pt>
    <dgm:pt modelId="{F110B997-081F-41EF-9855-9B6C23572E1C}" type="pres">
      <dgm:prSet presAssocID="{3B96F857-78A6-44A4-93A4-4047D44F120C}" presName="tx1" presStyleLbl="revTx" presStyleIdx="0" presStyleCnt="6"/>
      <dgm:spPr/>
    </dgm:pt>
    <dgm:pt modelId="{885808C6-3951-4625-94F8-89DA65ECFF6B}" type="pres">
      <dgm:prSet presAssocID="{3B96F857-78A6-44A4-93A4-4047D44F120C}" presName="vert1" presStyleCnt="0"/>
      <dgm:spPr/>
    </dgm:pt>
    <dgm:pt modelId="{D48396C8-BE3A-466D-82DA-D8FAD80D95BA}" type="pres">
      <dgm:prSet presAssocID="{45998CE4-BE54-4D02-8DDC-15ED73299424}" presName="thickLine" presStyleLbl="alignNode1" presStyleIdx="1" presStyleCnt="6"/>
      <dgm:spPr/>
    </dgm:pt>
    <dgm:pt modelId="{638755A7-6042-481C-9730-78F0BBD96B89}" type="pres">
      <dgm:prSet presAssocID="{45998CE4-BE54-4D02-8DDC-15ED73299424}" presName="horz1" presStyleCnt="0"/>
      <dgm:spPr/>
    </dgm:pt>
    <dgm:pt modelId="{D1D11A43-1A00-4780-81BD-B1F43BFE7AC1}" type="pres">
      <dgm:prSet presAssocID="{45998CE4-BE54-4D02-8DDC-15ED73299424}" presName="tx1" presStyleLbl="revTx" presStyleIdx="1" presStyleCnt="6"/>
      <dgm:spPr/>
    </dgm:pt>
    <dgm:pt modelId="{44DCCA7E-BFA5-442B-8452-7DE48C49C055}" type="pres">
      <dgm:prSet presAssocID="{45998CE4-BE54-4D02-8DDC-15ED73299424}" presName="vert1" presStyleCnt="0"/>
      <dgm:spPr/>
    </dgm:pt>
    <dgm:pt modelId="{FEA715CE-7053-442E-99CC-6B4C53C29AFF}" type="pres">
      <dgm:prSet presAssocID="{A9D3390D-1B1B-4057-BBE0-C8E15C1EE2E6}" presName="thickLine" presStyleLbl="alignNode1" presStyleIdx="2" presStyleCnt="6"/>
      <dgm:spPr/>
    </dgm:pt>
    <dgm:pt modelId="{1654AF24-B263-4B7E-BF9A-59A0F53EB37C}" type="pres">
      <dgm:prSet presAssocID="{A9D3390D-1B1B-4057-BBE0-C8E15C1EE2E6}" presName="horz1" presStyleCnt="0"/>
      <dgm:spPr/>
    </dgm:pt>
    <dgm:pt modelId="{EC0A8FE3-B354-4A12-B439-AE095B3F4D4E}" type="pres">
      <dgm:prSet presAssocID="{A9D3390D-1B1B-4057-BBE0-C8E15C1EE2E6}" presName="tx1" presStyleLbl="revTx" presStyleIdx="2" presStyleCnt="6"/>
      <dgm:spPr/>
    </dgm:pt>
    <dgm:pt modelId="{68F3A887-B8DB-4628-8D0E-4FE15D0CDE31}" type="pres">
      <dgm:prSet presAssocID="{A9D3390D-1B1B-4057-BBE0-C8E15C1EE2E6}" presName="vert1" presStyleCnt="0"/>
      <dgm:spPr/>
    </dgm:pt>
    <dgm:pt modelId="{80D77FFB-2091-4B2F-B824-35C4D94AE5E1}" type="pres">
      <dgm:prSet presAssocID="{CEC1CA44-A2E1-446D-877D-C7E722B4AD90}" presName="thickLine" presStyleLbl="alignNode1" presStyleIdx="3" presStyleCnt="6"/>
      <dgm:spPr/>
    </dgm:pt>
    <dgm:pt modelId="{E2BA6CE8-F744-47CB-9AE6-F40F358633E8}" type="pres">
      <dgm:prSet presAssocID="{CEC1CA44-A2E1-446D-877D-C7E722B4AD90}" presName="horz1" presStyleCnt="0"/>
      <dgm:spPr/>
    </dgm:pt>
    <dgm:pt modelId="{5194B0B3-4FD9-4816-88AC-9F7A749A8347}" type="pres">
      <dgm:prSet presAssocID="{CEC1CA44-A2E1-446D-877D-C7E722B4AD90}" presName="tx1" presStyleLbl="revTx" presStyleIdx="3" presStyleCnt="6"/>
      <dgm:spPr/>
    </dgm:pt>
    <dgm:pt modelId="{5D5554D6-1EBB-4886-93DF-C431CBB14CA1}" type="pres">
      <dgm:prSet presAssocID="{CEC1CA44-A2E1-446D-877D-C7E722B4AD90}" presName="vert1" presStyleCnt="0"/>
      <dgm:spPr/>
    </dgm:pt>
    <dgm:pt modelId="{54539F09-6AE7-4691-A485-1585E858EF77}" type="pres">
      <dgm:prSet presAssocID="{A290E035-92E7-4EAE-82B8-FF69BE17F622}" presName="thickLine" presStyleLbl="alignNode1" presStyleIdx="4" presStyleCnt="6"/>
      <dgm:spPr/>
    </dgm:pt>
    <dgm:pt modelId="{F3FA8855-5FC5-4D66-A8F0-4BE58A17CBC9}" type="pres">
      <dgm:prSet presAssocID="{A290E035-92E7-4EAE-82B8-FF69BE17F622}" presName="horz1" presStyleCnt="0"/>
      <dgm:spPr/>
    </dgm:pt>
    <dgm:pt modelId="{C6766696-1BFB-42F7-91B9-349F9162B0FB}" type="pres">
      <dgm:prSet presAssocID="{A290E035-92E7-4EAE-82B8-FF69BE17F622}" presName="tx1" presStyleLbl="revTx" presStyleIdx="4" presStyleCnt="6"/>
      <dgm:spPr/>
    </dgm:pt>
    <dgm:pt modelId="{766E8681-2BD3-4148-82DE-83C0F0C780DC}" type="pres">
      <dgm:prSet presAssocID="{A290E035-92E7-4EAE-82B8-FF69BE17F622}" presName="vert1" presStyleCnt="0"/>
      <dgm:spPr/>
    </dgm:pt>
    <dgm:pt modelId="{14C8ACBC-F525-4879-85C3-879EC9FA10B7}" type="pres">
      <dgm:prSet presAssocID="{9A82D0A8-59BA-4A60-A67E-39F220819D4D}" presName="thickLine" presStyleLbl="alignNode1" presStyleIdx="5" presStyleCnt="6"/>
      <dgm:spPr/>
    </dgm:pt>
    <dgm:pt modelId="{C8267C44-219A-4699-99F7-137AF2F9BB5B}" type="pres">
      <dgm:prSet presAssocID="{9A82D0A8-59BA-4A60-A67E-39F220819D4D}" presName="horz1" presStyleCnt="0"/>
      <dgm:spPr/>
    </dgm:pt>
    <dgm:pt modelId="{572268B1-399C-49B2-8559-223A893D99CC}" type="pres">
      <dgm:prSet presAssocID="{9A82D0A8-59BA-4A60-A67E-39F220819D4D}" presName="tx1" presStyleLbl="revTx" presStyleIdx="5" presStyleCnt="6"/>
      <dgm:spPr/>
    </dgm:pt>
    <dgm:pt modelId="{DD157283-CAC4-4CB9-AA1F-DF0781475B3A}" type="pres">
      <dgm:prSet presAssocID="{9A82D0A8-59BA-4A60-A67E-39F220819D4D}" presName="vert1" presStyleCnt="0"/>
      <dgm:spPr/>
    </dgm:pt>
  </dgm:ptLst>
  <dgm:cxnLst>
    <dgm:cxn modelId="{D366C600-640B-4484-9889-54588C418B19}" srcId="{340C7DC9-15CA-427F-8C24-1548017A3794}" destId="{A290E035-92E7-4EAE-82B8-FF69BE17F622}" srcOrd="4" destOrd="0" parTransId="{6945E887-DCDB-406E-8612-DAC8C95F5F1B}" sibTransId="{48483162-AE93-4C82-95E8-ABCADAD705D9}"/>
    <dgm:cxn modelId="{08616421-32F2-4DD9-853A-539029FE1DAF}" srcId="{340C7DC9-15CA-427F-8C24-1548017A3794}" destId="{9A82D0A8-59BA-4A60-A67E-39F220819D4D}" srcOrd="5" destOrd="0" parTransId="{144E7DF5-6F13-4CBD-A6A2-9CCEC5667907}" sibTransId="{25C832D3-C5AD-4322-AD33-19D741C98E72}"/>
    <dgm:cxn modelId="{197AC021-1FB4-4544-B131-43FC72DCFD82}" type="presOf" srcId="{45998CE4-BE54-4D02-8DDC-15ED73299424}" destId="{D1D11A43-1A00-4780-81BD-B1F43BFE7AC1}" srcOrd="0" destOrd="0" presId="urn:microsoft.com/office/officeart/2008/layout/LinedList"/>
    <dgm:cxn modelId="{9A3CFE28-25D1-412D-B943-9EE12A5C74C0}" type="presOf" srcId="{A9D3390D-1B1B-4057-BBE0-C8E15C1EE2E6}" destId="{EC0A8FE3-B354-4A12-B439-AE095B3F4D4E}" srcOrd="0" destOrd="0" presId="urn:microsoft.com/office/officeart/2008/layout/LinedList"/>
    <dgm:cxn modelId="{EB71273A-896C-4C93-B089-1F7388322797}" type="presOf" srcId="{3B96F857-78A6-44A4-93A4-4047D44F120C}" destId="{F110B997-081F-41EF-9855-9B6C23572E1C}" srcOrd="0" destOrd="0" presId="urn:microsoft.com/office/officeart/2008/layout/LinedList"/>
    <dgm:cxn modelId="{974DCA56-979C-48D2-A864-359DF5508D38}" type="presOf" srcId="{CEC1CA44-A2E1-446D-877D-C7E722B4AD90}" destId="{5194B0B3-4FD9-4816-88AC-9F7A749A8347}" srcOrd="0" destOrd="0" presId="urn:microsoft.com/office/officeart/2008/layout/LinedList"/>
    <dgm:cxn modelId="{35896758-0767-4419-A576-C3AAC6C2648D}" type="presOf" srcId="{9A82D0A8-59BA-4A60-A67E-39F220819D4D}" destId="{572268B1-399C-49B2-8559-223A893D99CC}" srcOrd="0" destOrd="0" presId="urn:microsoft.com/office/officeart/2008/layout/LinedList"/>
    <dgm:cxn modelId="{9038AA8A-7387-4D06-9DCB-BFD246322A33}" srcId="{340C7DC9-15CA-427F-8C24-1548017A3794}" destId="{45998CE4-BE54-4D02-8DDC-15ED73299424}" srcOrd="1" destOrd="0" parTransId="{15946A82-0F3E-4BAD-B3BB-E5A1C4DBD071}" sibTransId="{0837D613-66A3-4A55-9EEB-F0555BDE3263}"/>
    <dgm:cxn modelId="{F86D24A3-3784-4371-B701-082A95866C94}" srcId="{340C7DC9-15CA-427F-8C24-1548017A3794}" destId="{A9D3390D-1B1B-4057-BBE0-C8E15C1EE2E6}" srcOrd="2" destOrd="0" parTransId="{A29EEE99-6B2E-4076-8127-1C623E3C8585}" sibTransId="{0027EB36-4919-4B59-B790-23A56DC24FD1}"/>
    <dgm:cxn modelId="{AB3DFDB3-4C2B-4285-83D2-03FBC75AC5C0}" srcId="{340C7DC9-15CA-427F-8C24-1548017A3794}" destId="{CEC1CA44-A2E1-446D-877D-C7E722B4AD90}" srcOrd="3" destOrd="0" parTransId="{14D56086-14CA-4CF0-BEE8-A9D15C0134DF}" sibTransId="{17662AAA-FB3B-4CB0-A5FD-45E72C929E21}"/>
    <dgm:cxn modelId="{FA3007B5-9622-4B07-9A44-BED9DD086129}" type="presOf" srcId="{A290E035-92E7-4EAE-82B8-FF69BE17F622}" destId="{C6766696-1BFB-42F7-91B9-349F9162B0FB}" srcOrd="0" destOrd="0" presId="urn:microsoft.com/office/officeart/2008/layout/LinedList"/>
    <dgm:cxn modelId="{B884EECB-221E-4F43-88F5-CF92A04FFCBA}" srcId="{340C7DC9-15CA-427F-8C24-1548017A3794}" destId="{3B96F857-78A6-44A4-93A4-4047D44F120C}" srcOrd="0" destOrd="0" parTransId="{D546E45C-5171-4048-8048-4E19FE4D7FF9}" sibTransId="{DA179C21-58A7-47E0-AD66-B796730226B4}"/>
    <dgm:cxn modelId="{810AAFF8-BD34-458B-AFA7-211EA348AAB7}" type="presOf" srcId="{340C7DC9-15CA-427F-8C24-1548017A3794}" destId="{2C07F37A-3D29-409D-AB70-0CA51927B75A}" srcOrd="0" destOrd="0" presId="urn:microsoft.com/office/officeart/2008/layout/LinedList"/>
    <dgm:cxn modelId="{FB0C1F6D-AF21-45DB-9F01-30E23676685F}" type="presParOf" srcId="{2C07F37A-3D29-409D-AB70-0CA51927B75A}" destId="{60CB328D-26E6-4B3A-8F65-02488927D9FA}" srcOrd="0" destOrd="0" presId="urn:microsoft.com/office/officeart/2008/layout/LinedList"/>
    <dgm:cxn modelId="{C06EB296-6A5A-4F0B-A951-9820C4E7015E}" type="presParOf" srcId="{2C07F37A-3D29-409D-AB70-0CA51927B75A}" destId="{FEC3E2A0-3FE8-4EFB-AACB-FF98A06B39A0}" srcOrd="1" destOrd="0" presId="urn:microsoft.com/office/officeart/2008/layout/LinedList"/>
    <dgm:cxn modelId="{E220E90B-9FAE-4827-8EEB-239A42EFA489}" type="presParOf" srcId="{FEC3E2A0-3FE8-4EFB-AACB-FF98A06B39A0}" destId="{F110B997-081F-41EF-9855-9B6C23572E1C}" srcOrd="0" destOrd="0" presId="urn:microsoft.com/office/officeart/2008/layout/LinedList"/>
    <dgm:cxn modelId="{F69FF568-5C86-4472-A12E-D1DC613EFF7C}" type="presParOf" srcId="{FEC3E2A0-3FE8-4EFB-AACB-FF98A06B39A0}" destId="{885808C6-3951-4625-94F8-89DA65ECFF6B}" srcOrd="1" destOrd="0" presId="urn:microsoft.com/office/officeart/2008/layout/LinedList"/>
    <dgm:cxn modelId="{0F0428A2-6EDE-42CF-93F7-9921A2946DFD}" type="presParOf" srcId="{2C07F37A-3D29-409D-AB70-0CA51927B75A}" destId="{D48396C8-BE3A-466D-82DA-D8FAD80D95BA}" srcOrd="2" destOrd="0" presId="urn:microsoft.com/office/officeart/2008/layout/LinedList"/>
    <dgm:cxn modelId="{23F56430-94CC-4915-A7BF-9E1174DF844A}" type="presParOf" srcId="{2C07F37A-3D29-409D-AB70-0CA51927B75A}" destId="{638755A7-6042-481C-9730-78F0BBD96B89}" srcOrd="3" destOrd="0" presId="urn:microsoft.com/office/officeart/2008/layout/LinedList"/>
    <dgm:cxn modelId="{70888511-C2A9-4D2D-B811-30DBC3B14D40}" type="presParOf" srcId="{638755A7-6042-481C-9730-78F0BBD96B89}" destId="{D1D11A43-1A00-4780-81BD-B1F43BFE7AC1}" srcOrd="0" destOrd="0" presId="urn:microsoft.com/office/officeart/2008/layout/LinedList"/>
    <dgm:cxn modelId="{896DE96A-BC6A-4DA1-81F8-900299B20E2D}" type="presParOf" srcId="{638755A7-6042-481C-9730-78F0BBD96B89}" destId="{44DCCA7E-BFA5-442B-8452-7DE48C49C055}" srcOrd="1" destOrd="0" presId="urn:microsoft.com/office/officeart/2008/layout/LinedList"/>
    <dgm:cxn modelId="{3FA82E0E-AB93-4E47-9B65-92FE892048BB}" type="presParOf" srcId="{2C07F37A-3D29-409D-AB70-0CA51927B75A}" destId="{FEA715CE-7053-442E-99CC-6B4C53C29AFF}" srcOrd="4" destOrd="0" presId="urn:microsoft.com/office/officeart/2008/layout/LinedList"/>
    <dgm:cxn modelId="{50615070-2F3A-482B-B376-A1148D7A2362}" type="presParOf" srcId="{2C07F37A-3D29-409D-AB70-0CA51927B75A}" destId="{1654AF24-B263-4B7E-BF9A-59A0F53EB37C}" srcOrd="5" destOrd="0" presId="urn:microsoft.com/office/officeart/2008/layout/LinedList"/>
    <dgm:cxn modelId="{6D851DE1-6194-4A53-BC99-ECBCDD8B5813}" type="presParOf" srcId="{1654AF24-B263-4B7E-BF9A-59A0F53EB37C}" destId="{EC0A8FE3-B354-4A12-B439-AE095B3F4D4E}" srcOrd="0" destOrd="0" presId="urn:microsoft.com/office/officeart/2008/layout/LinedList"/>
    <dgm:cxn modelId="{1F4BBC4E-4858-4034-B4A7-7B6E22FB1FAB}" type="presParOf" srcId="{1654AF24-B263-4B7E-BF9A-59A0F53EB37C}" destId="{68F3A887-B8DB-4628-8D0E-4FE15D0CDE31}" srcOrd="1" destOrd="0" presId="urn:microsoft.com/office/officeart/2008/layout/LinedList"/>
    <dgm:cxn modelId="{3BAC037D-800A-4C3B-9E6B-7A437EC211F3}" type="presParOf" srcId="{2C07F37A-3D29-409D-AB70-0CA51927B75A}" destId="{80D77FFB-2091-4B2F-B824-35C4D94AE5E1}" srcOrd="6" destOrd="0" presId="urn:microsoft.com/office/officeart/2008/layout/LinedList"/>
    <dgm:cxn modelId="{EEF4773C-42B9-4802-BEEC-F6866EAF3968}" type="presParOf" srcId="{2C07F37A-3D29-409D-AB70-0CA51927B75A}" destId="{E2BA6CE8-F744-47CB-9AE6-F40F358633E8}" srcOrd="7" destOrd="0" presId="urn:microsoft.com/office/officeart/2008/layout/LinedList"/>
    <dgm:cxn modelId="{A02C3274-228C-448A-AECD-82196569E453}" type="presParOf" srcId="{E2BA6CE8-F744-47CB-9AE6-F40F358633E8}" destId="{5194B0B3-4FD9-4816-88AC-9F7A749A8347}" srcOrd="0" destOrd="0" presId="urn:microsoft.com/office/officeart/2008/layout/LinedList"/>
    <dgm:cxn modelId="{89516E7D-6CD5-4B3F-A3E8-7A3DD54E679E}" type="presParOf" srcId="{E2BA6CE8-F744-47CB-9AE6-F40F358633E8}" destId="{5D5554D6-1EBB-4886-93DF-C431CBB14CA1}" srcOrd="1" destOrd="0" presId="urn:microsoft.com/office/officeart/2008/layout/LinedList"/>
    <dgm:cxn modelId="{A9C0BFAC-E6CD-4F6F-BABC-F86346C0AFFA}" type="presParOf" srcId="{2C07F37A-3D29-409D-AB70-0CA51927B75A}" destId="{54539F09-6AE7-4691-A485-1585E858EF77}" srcOrd="8" destOrd="0" presId="urn:microsoft.com/office/officeart/2008/layout/LinedList"/>
    <dgm:cxn modelId="{78BA750A-049A-41BF-9EB0-C2E52A4F4EB8}" type="presParOf" srcId="{2C07F37A-3D29-409D-AB70-0CA51927B75A}" destId="{F3FA8855-5FC5-4D66-A8F0-4BE58A17CBC9}" srcOrd="9" destOrd="0" presId="urn:microsoft.com/office/officeart/2008/layout/LinedList"/>
    <dgm:cxn modelId="{F16E7879-1FB0-465D-B690-66F228349EE8}" type="presParOf" srcId="{F3FA8855-5FC5-4D66-A8F0-4BE58A17CBC9}" destId="{C6766696-1BFB-42F7-91B9-349F9162B0FB}" srcOrd="0" destOrd="0" presId="urn:microsoft.com/office/officeart/2008/layout/LinedList"/>
    <dgm:cxn modelId="{7E42C96A-0773-40D3-9AC1-3689E04DB699}" type="presParOf" srcId="{F3FA8855-5FC5-4D66-A8F0-4BE58A17CBC9}" destId="{766E8681-2BD3-4148-82DE-83C0F0C780DC}" srcOrd="1" destOrd="0" presId="urn:microsoft.com/office/officeart/2008/layout/LinedList"/>
    <dgm:cxn modelId="{3F225DFD-F267-4FDD-A4E6-60C569E081E2}" type="presParOf" srcId="{2C07F37A-3D29-409D-AB70-0CA51927B75A}" destId="{14C8ACBC-F525-4879-85C3-879EC9FA10B7}" srcOrd="10" destOrd="0" presId="urn:microsoft.com/office/officeart/2008/layout/LinedList"/>
    <dgm:cxn modelId="{0BADF5D3-0CF8-4E41-879E-43E48B7F1653}" type="presParOf" srcId="{2C07F37A-3D29-409D-AB70-0CA51927B75A}" destId="{C8267C44-219A-4699-99F7-137AF2F9BB5B}" srcOrd="11" destOrd="0" presId="urn:microsoft.com/office/officeart/2008/layout/LinedList"/>
    <dgm:cxn modelId="{3EDA0091-1D1C-4C6B-8942-BC64C86C21C1}" type="presParOf" srcId="{C8267C44-219A-4699-99F7-137AF2F9BB5B}" destId="{572268B1-399C-49B2-8559-223A893D99CC}" srcOrd="0" destOrd="0" presId="urn:microsoft.com/office/officeart/2008/layout/LinedList"/>
    <dgm:cxn modelId="{C1249B2C-A5B6-4C04-9E44-A6AF094B291B}" type="presParOf" srcId="{C8267C44-219A-4699-99F7-137AF2F9BB5B}" destId="{DD157283-CAC4-4CB9-AA1F-DF0781475B3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994EBC-610C-4A33-B104-CB3BBA0FD2B0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D6C6C26-A623-45AA-8E1B-4A3BFF9EFC08}">
      <dgm:prSet/>
      <dgm:spPr/>
      <dgm:t>
        <a:bodyPr/>
        <a:lstStyle/>
        <a:p>
          <a:r>
            <a:rPr lang="en-US"/>
            <a:t>1. The Synergy of Face &amp; Voice:</a:t>
          </a:r>
        </a:p>
      </dgm:t>
    </dgm:pt>
    <dgm:pt modelId="{DFF96FED-585D-4FD7-8629-A4F6D97EBF40}" type="parTrans" cxnId="{D328659F-2A9C-4606-9645-8A3B488FCA57}">
      <dgm:prSet/>
      <dgm:spPr/>
      <dgm:t>
        <a:bodyPr/>
        <a:lstStyle/>
        <a:p>
          <a:endParaRPr lang="en-US"/>
        </a:p>
      </dgm:t>
    </dgm:pt>
    <dgm:pt modelId="{47546749-EE99-4588-8C5C-2A7DE2AF4F91}" type="sibTrans" cxnId="{D328659F-2A9C-4606-9645-8A3B488FCA57}">
      <dgm:prSet/>
      <dgm:spPr/>
      <dgm:t>
        <a:bodyPr/>
        <a:lstStyle/>
        <a:p>
          <a:endParaRPr lang="en-US"/>
        </a:p>
      </dgm:t>
    </dgm:pt>
    <dgm:pt modelId="{CE9D5D94-3088-4F00-8ADE-AC1FA06F5B82}">
      <dgm:prSet/>
      <dgm:spPr/>
      <dgm:t>
        <a:bodyPr/>
        <a:lstStyle/>
        <a:p>
          <a:r>
            <a:rPr lang="en-US"/>
            <a:t>Exponentially Increased Security: We combine two distinct biometric markers. An attacker would need to successfully spoof both appearance and voice characteristics simultaneously</a:t>
          </a:r>
        </a:p>
      </dgm:t>
    </dgm:pt>
    <dgm:pt modelId="{DE9AF742-977E-4114-B810-2FC1356DBF07}" type="parTrans" cxnId="{B345DAE6-7380-4B67-9E70-0FD686AF05A8}">
      <dgm:prSet/>
      <dgm:spPr/>
      <dgm:t>
        <a:bodyPr/>
        <a:lstStyle/>
        <a:p>
          <a:endParaRPr lang="en-US"/>
        </a:p>
      </dgm:t>
    </dgm:pt>
    <dgm:pt modelId="{1675DE74-EB8A-4BEC-B355-848DCA0A4932}" type="sibTrans" cxnId="{B345DAE6-7380-4B67-9E70-0FD686AF05A8}">
      <dgm:prSet/>
      <dgm:spPr/>
      <dgm:t>
        <a:bodyPr/>
        <a:lstStyle/>
        <a:p>
          <a:endParaRPr lang="en-US"/>
        </a:p>
      </dgm:t>
    </dgm:pt>
    <dgm:pt modelId="{9568BA55-C111-41BD-A7B2-92F753BE029A}">
      <dgm:prSet/>
      <dgm:spPr/>
      <dgm:t>
        <a:bodyPr/>
        <a:lstStyle/>
        <a:p>
          <a:r>
            <a:rPr lang="en-US"/>
            <a:t>• Resilience Through Duality: A failure or spoof on one layer is caught by the other, creating a robust and fault-tolerant system</a:t>
          </a:r>
        </a:p>
      </dgm:t>
    </dgm:pt>
    <dgm:pt modelId="{82A3E37F-022D-4041-9E59-A3E4C73D9C1B}" type="parTrans" cxnId="{1E6AF305-28F4-43B0-BDD4-70484E5746B9}">
      <dgm:prSet/>
      <dgm:spPr/>
      <dgm:t>
        <a:bodyPr/>
        <a:lstStyle/>
        <a:p>
          <a:endParaRPr lang="en-US"/>
        </a:p>
      </dgm:t>
    </dgm:pt>
    <dgm:pt modelId="{FC9CD96A-6AE2-41C8-9627-262AE45A221F}" type="sibTrans" cxnId="{1E6AF305-28F4-43B0-BDD4-70484E5746B9}">
      <dgm:prSet/>
      <dgm:spPr/>
      <dgm:t>
        <a:bodyPr/>
        <a:lstStyle/>
        <a:p>
          <a:endParaRPr lang="en-US"/>
        </a:p>
      </dgm:t>
    </dgm:pt>
    <dgm:pt modelId="{C48BAA40-6E26-479C-BE23-E0068B7407CD}">
      <dgm:prSet/>
      <dgm:spPr/>
      <dgm:t>
        <a:bodyPr/>
        <a:lstStyle/>
        <a:p>
          <a:r>
            <a:rPr lang="en-US"/>
            <a:t>2. Democratizing Advanced Security:</a:t>
          </a:r>
        </a:p>
      </dgm:t>
    </dgm:pt>
    <dgm:pt modelId="{373BE33B-1789-4D7D-8B99-95FEF27BC89E}" type="parTrans" cxnId="{989692EC-A556-43D0-860A-E68FEA63060B}">
      <dgm:prSet/>
      <dgm:spPr/>
      <dgm:t>
        <a:bodyPr/>
        <a:lstStyle/>
        <a:p>
          <a:endParaRPr lang="en-US"/>
        </a:p>
      </dgm:t>
    </dgm:pt>
    <dgm:pt modelId="{0E105CD2-27B1-411A-AB5E-B4208815BD3F}" type="sibTrans" cxnId="{989692EC-A556-43D0-860A-E68FEA63060B}">
      <dgm:prSet/>
      <dgm:spPr/>
      <dgm:t>
        <a:bodyPr/>
        <a:lstStyle/>
        <a:p>
          <a:endParaRPr lang="en-US"/>
        </a:p>
      </dgm:t>
    </dgm:pt>
    <dgm:pt modelId="{DCE69342-31B9-4579-BE7F-6CEEE65A70F8}">
      <dgm:prSet/>
      <dgm:spPr/>
      <dgm:t>
        <a:bodyPr/>
        <a:lstStyle/>
        <a:p>
          <a:r>
            <a:rPr lang="en-US"/>
            <a:t>• Accessibility and Affordability: Engineering a solution that is not proprietary or expensive</a:t>
          </a:r>
        </a:p>
      </dgm:t>
    </dgm:pt>
    <dgm:pt modelId="{0C76D447-A658-4051-BC2A-6FCC26EB5A4E}" type="parTrans" cxnId="{DC8BC476-8B46-4B36-8D77-9349DA6C087B}">
      <dgm:prSet/>
      <dgm:spPr/>
      <dgm:t>
        <a:bodyPr/>
        <a:lstStyle/>
        <a:p>
          <a:endParaRPr lang="en-US"/>
        </a:p>
      </dgm:t>
    </dgm:pt>
    <dgm:pt modelId="{57B21C86-FAB2-4026-ABE4-6DDEB6918FF7}" type="sibTrans" cxnId="{DC8BC476-8B46-4B36-8D77-9349DA6C087B}">
      <dgm:prSet/>
      <dgm:spPr/>
      <dgm:t>
        <a:bodyPr/>
        <a:lstStyle/>
        <a:p>
          <a:endParaRPr lang="en-US"/>
        </a:p>
      </dgm:t>
    </dgm:pt>
    <dgm:pt modelId="{C6642022-2F0C-4E88-92A2-7641939EEC99}">
      <dgm:prSet/>
      <dgm:spPr/>
      <dgm:t>
        <a:bodyPr/>
        <a:lstStyle/>
        <a:p>
          <a:r>
            <a:rPr lang="en-US"/>
            <a:t>• By targeting cost-effective embedded hardware, we make high-security, multi-modal authentication accessible to diverse environments</a:t>
          </a:r>
        </a:p>
      </dgm:t>
    </dgm:pt>
    <dgm:pt modelId="{092C215D-3495-4CC9-A9F7-0F5699B465BC}" type="parTrans" cxnId="{1B791473-43EC-49F8-8620-7C073E6E7ABE}">
      <dgm:prSet/>
      <dgm:spPr/>
      <dgm:t>
        <a:bodyPr/>
        <a:lstStyle/>
        <a:p>
          <a:endParaRPr lang="en-US"/>
        </a:p>
      </dgm:t>
    </dgm:pt>
    <dgm:pt modelId="{83FB7378-2184-4CEE-99BB-9EA35C434394}" type="sibTrans" cxnId="{1B791473-43EC-49F8-8620-7C073E6E7ABE}">
      <dgm:prSet/>
      <dgm:spPr/>
      <dgm:t>
        <a:bodyPr/>
        <a:lstStyle/>
        <a:p>
          <a:endParaRPr lang="en-US"/>
        </a:p>
      </dgm:t>
    </dgm:pt>
    <dgm:pt modelId="{F97738D4-5F8C-4992-8084-F9CC8231D7D1}">
      <dgm:prSet/>
      <dgm:spPr/>
      <dgm:t>
        <a:bodyPr/>
        <a:lstStyle/>
        <a:p>
          <a:r>
            <a:rPr lang="en-US"/>
            <a:t>Project Vision: To engineer a robust, efficient, and accessible two-layer authentication system that addresses the core security and hygiene challenges of today.</a:t>
          </a:r>
        </a:p>
      </dgm:t>
    </dgm:pt>
    <dgm:pt modelId="{2DC6EF89-A40B-4313-B08E-9D4161A3E8AF}" type="parTrans" cxnId="{7CC47070-C078-4632-8B42-55D307133AB9}">
      <dgm:prSet/>
      <dgm:spPr/>
      <dgm:t>
        <a:bodyPr/>
        <a:lstStyle/>
        <a:p>
          <a:endParaRPr lang="en-US"/>
        </a:p>
      </dgm:t>
    </dgm:pt>
    <dgm:pt modelId="{35BF6187-3218-42BB-BB3D-641DA389D24D}" type="sibTrans" cxnId="{7CC47070-C078-4632-8B42-55D307133AB9}">
      <dgm:prSet/>
      <dgm:spPr/>
      <dgm:t>
        <a:bodyPr/>
        <a:lstStyle/>
        <a:p>
          <a:endParaRPr lang="en-US"/>
        </a:p>
      </dgm:t>
    </dgm:pt>
    <dgm:pt modelId="{CF7056F1-A437-4E68-8576-473AA1541078}" type="pres">
      <dgm:prSet presAssocID="{9F994EBC-610C-4A33-B104-CB3BBA0FD2B0}" presName="vert0" presStyleCnt="0">
        <dgm:presLayoutVars>
          <dgm:dir/>
          <dgm:animOne val="branch"/>
          <dgm:animLvl val="lvl"/>
        </dgm:presLayoutVars>
      </dgm:prSet>
      <dgm:spPr/>
    </dgm:pt>
    <dgm:pt modelId="{04AA60D6-ED83-4C5D-8731-8EC88EFA9B91}" type="pres">
      <dgm:prSet presAssocID="{8D6C6C26-A623-45AA-8E1B-4A3BFF9EFC08}" presName="thickLine" presStyleLbl="alignNode1" presStyleIdx="0" presStyleCnt="7"/>
      <dgm:spPr/>
    </dgm:pt>
    <dgm:pt modelId="{AFCA18A5-8A41-4F9C-8D30-6E7EC823880A}" type="pres">
      <dgm:prSet presAssocID="{8D6C6C26-A623-45AA-8E1B-4A3BFF9EFC08}" presName="horz1" presStyleCnt="0"/>
      <dgm:spPr/>
    </dgm:pt>
    <dgm:pt modelId="{014BFFD3-4B4E-4718-945B-645BE5CF45A8}" type="pres">
      <dgm:prSet presAssocID="{8D6C6C26-A623-45AA-8E1B-4A3BFF9EFC08}" presName="tx1" presStyleLbl="revTx" presStyleIdx="0" presStyleCnt="7"/>
      <dgm:spPr/>
    </dgm:pt>
    <dgm:pt modelId="{BEF21644-A08C-4DCC-B3EC-A3D19E28DF43}" type="pres">
      <dgm:prSet presAssocID="{8D6C6C26-A623-45AA-8E1B-4A3BFF9EFC08}" presName="vert1" presStyleCnt="0"/>
      <dgm:spPr/>
    </dgm:pt>
    <dgm:pt modelId="{0DD9B04C-53FF-4075-89F1-8F42F098206E}" type="pres">
      <dgm:prSet presAssocID="{CE9D5D94-3088-4F00-8ADE-AC1FA06F5B82}" presName="thickLine" presStyleLbl="alignNode1" presStyleIdx="1" presStyleCnt="7"/>
      <dgm:spPr/>
    </dgm:pt>
    <dgm:pt modelId="{B15B013F-FE5E-41B6-B230-F54BEEECC853}" type="pres">
      <dgm:prSet presAssocID="{CE9D5D94-3088-4F00-8ADE-AC1FA06F5B82}" presName="horz1" presStyleCnt="0"/>
      <dgm:spPr/>
    </dgm:pt>
    <dgm:pt modelId="{DB64388F-B982-4CA7-8C02-28CB9D344E63}" type="pres">
      <dgm:prSet presAssocID="{CE9D5D94-3088-4F00-8ADE-AC1FA06F5B82}" presName="tx1" presStyleLbl="revTx" presStyleIdx="1" presStyleCnt="7"/>
      <dgm:spPr/>
    </dgm:pt>
    <dgm:pt modelId="{2FDE2693-9895-4159-B6E9-C07A0CA5DCEC}" type="pres">
      <dgm:prSet presAssocID="{CE9D5D94-3088-4F00-8ADE-AC1FA06F5B82}" presName="vert1" presStyleCnt="0"/>
      <dgm:spPr/>
    </dgm:pt>
    <dgm:pt modelId="{89E83997-66C9-4236-99BE-70EFE3D950A0}" type="pres">
      <dgm:prSet presAssocID="{9568BA55-C111-41BD-A7B2-92F753BE029A}" presName="thickLine" presStyleLbl="alignNode1" presStyleIdx="2" presStyleCnt="7"/>
      <dgm:spPr/>
    </dgm:pt>
    <dgm:pt modelId="{D95383BD-8A96-41D4-AB78-62440CE419B5}" type="pres">
      <dgm:prSet presAssocID="{9568BA55-C111-41BD-A7B2-92F753BE029A}" presName="horz1" presStyleCnt="0"/>
      <dgm:spPr/>
    </dgm:pt>
    <dgm:pt modelId="{0903431A-4D0A-4C8A-A309-14F4E9D0A768}" type="pres">
      <dgm:prSet presAssocID="{9568BA55-C111-41BD-A7B2-92F753BE029A}" presName="tx1" presStyleLbl="revTx" presStyleIdx="2" presStyleCnt="7"/>
      <dgm:spPr/>
    </dgm:pt>
    <dgm:pt modelId="{BD47A78C-F694-40B8-9FDE-52644FAF21FD}" type="pres">
      <dgm:prSet presAssocID="{9568BA55-C111-41BD-A7B2-92F753BE029A}" presName="vert1" presStyleCnt="0"/>
      <dgm:spPr/>
    </dgm:pt>
    <dgm:pt modelId="{DAF3FD30-157D-4484-99C1-E4C0B5D8242C}" type="pres">
      <dgm:prSet presAssocID="{C48BAA40-6E26-479C-BE23-E0068B7407CD}" presName="thickLine" presStyleLbl="alignNode1" presStyleIdx="3" presStyleCnt="7"/>
      <dgm:spPr/>
    </dgm:pt>
    <dgm:pt modelId="{3A4F7A9F-277A-4D83-AC7E-83CF03957980}" type="pres">
      <dgm:prSet presAssocID="{C48BAA40-6E26-479C-BE23-E0068B7407CD}" presName="horz1" presStyleCnt="0"/>
      <dgm:spPr/>
    </dgm:pt>
    <dgm:pt modelId="{CE9B6BB9-DA9E-4F43-94B9-CC0DAED70E1B}" type="pres">
      <dgm:prSet presAssocID="{C48BAA40-6E26-479C-BE23-E0068B7407CD}" presName="tx1" presStyleLbl="revTx" presStyleIdx="3" presStyleCnt="7"/>
      <dgm:spPr/>
    </dgm:pt>
    <dgm:pt modelId="{0B229011-F97E-43CB-B107-017C37405CF6}" type="pres">
      <dgm:prSet presAssocID="{C48BAA40-6E26-479C-BE23-E0068B7407CD}" presName="vert1" presStyleCnt="0"/>
      <dgm:spPr/>
    </dgm:pt>
    <dgm:pt modelId="{4EF5A14F-587E-442E-95B5-1AFCD5FE21A5}" type="pres">
      <dgm:prSet presAssocID="{DCE69342-31B9-4579-BE7F-6CEEE65A70F8}" presName="thickLine" presStyleLbl="alignNode1" presStyleIdx="4" presStyleCnt="7"/>
      <dgm:spPr/>
    </dgm:pt>
    <dgm:pt modelId="{10CC9322-B91D-4F13-BD05-E2A17A649BC6}" type="pres">
      <dgm:prSet presAssocID="{DCE69342-31B9-4579-BE7F-6CEEE65A70F8}" presName="horz1" presStyleCnt="0"/>
      <dgm:spPr/>
    </dgm:pt>
    <dgm:pt modelId="{D9223CD4-D8F9-485D-B3DC-6C6FD49A2AB3}" type="pres">
      <dgm:prSet presAssocID="{DCE69342-31B9-4579-BE7F-6CEEE65A70F8}" presName="tx1" presStyleLbl="revTx" presStyleIdx="4" presStyleCnt="7"/>
      <dgm:spPr/>
    </dgm:pt>
    <dgm:pt modelId="{427B320A-075A-42CA-AAC2-0A7F4192D7D6}" type="pres">
      <dgm:prSet presAssocID="{DCE69342-31B9-4579-BE7F-6CEEE65A70F8}" presName="vert1" presStyleCnt="0"/>
      <dgm:spPr/>
    </dgm:pt>
    <dgm:pt modelId="{6D428A80-DA0B-484C-B74E-860409AB9944}" type="pres">
      <dgm:prSet presAssocID="{C6642022-2F0C-4E88-92A2-7641939EEC99}" presName="thickLine" presStyleLbl="alignNode1" presStyleIdx="5" presStyleCnt="7"/>
      <dgm:spPr/>
    </dgm:pt>
    <dgm:pt modelId="{BE411833-E0CB-46AC-8284-EB6F4011CDA2}" type="pres">
      <dgm:prSet presAssocID="{C6642022-2F0C-4E88-92A2-7641939EEC99}" presName="horz1" presStyleCnt="0"/>
      <dgm:spPr/>
    </dgm:pt>
    <dgm:pt modelId="{C5531298-6B84-4ACA-9A69-0020010EFCD0}" type="pres">
      <dgm:prSet presAssocID="{C6642022-2F0C-4E88-92A2-7641939EEC99}" presName="tx1" presStyleLbl="revTx" presStyleIdx="5" presStyleCnt="7"/>
      <dgm:spPr/>
    </dgm:pt>
    <dgm:pt modelId="{B0F6CFDA-DA66-458D-B9B4-959E049FFB7B}" type="pres">
      <dgm:prSet presAssocID="{C6642022-2F0C-4E88-92A2-7641939EEC99}" presName="vert1" presStyleCnt="0"/>
      <dgm:spPr/>
    </dgm:pt>
    <dgm:pt modelId="{820F375E-85E7-4F80-AFED-CF19916AB0A9}" type="pres">
      <dgm:prSet presAssocID="{F97738D4-5F8C-4992-8084-F9CC8231D7D1}" presName="thickLine" presStyleLbl="alignNode1" presStyleIdx="6" presStyleCnt="7"/>
      <dgm:spPr/>
    </dgm:pt>
    <dgm:pt modelId="{AAA10FA4-5E32-4EA1-87B7-DBC04D0DEDC5}" type="pres">
      <dgm:prSet presAssocID="{F97738D4-5F8C-4992-8084-F9CC8231D7D1}" presName="horz1" presStyleCnt="0"/>
      <dgm:spPr/>
    </dgm:pt>
    <dgm:pt modelId="{AC36EF5F-0B69-4CA7-991C-444C9698AE62}" type="pres">
      <dgm:prSet presAssocID="{F97738D4-5F8C-4992-8084-F9CC8231D7D1}" presName="tx1" presStyleLbl="revTx" presStyleIdx="6" presStyleCnt="7"/>
      <dgm:spPr/>
    </dgm:pt>
    <dgm:pt modelId="{5207A6F6-235D-4FFC-94F5-C75CA999E76A}" type="pres">
      <dgm:prSet presAssocID="{F97738D4-5F8C-4992-8084-F9CC8231D7D1}" presName="vert1" presStyleCnt="0"/>
      <dgm:spPr/>
    </dgm:pt>
  </dgm:ptLst>
  <dgm:cxnLst>
    <dgm:cxn modelId="{1E6AF305-28F4-43B0-BDD4-70484E5746B9}" srcId="{9F994EBC-610C-4A33-B104-CB3BBA0FD2B0}" destId="{9568BA55-C111-41BD-A7B2-92F753BE029A}" srcOrd="2" destOrd="0" parTransId="{82A3E37F-022D-4041-9E59-A3E4C73D9C1B}" sibTransId="{FC9CD96A-6AE2-41C8-9627-262AE45A221F}"/>
    <dgm:cxn modelId="{1C568261-49DE-4894-9845-E8D33DE8B53E}" type="presOf" srcId="{9F994EBC-610C-4A33-B104-CB3BBA0FD2B0}" destId="{CF7056F1-A437-4E68-8576-473AA1541078}" srcOrd="0" destOrd="0" presId="urn:microsoft.com/office/officeart/2008/layout/LinedList"/>
    <dgm:cxn modelId="{54A7684E-A61B-4C97-B672-1171031410DE}" type="presOf" srcId="{CE9D5D94-3088-4F00-8ADE-AC1FA06F5B82}" destId="{DB64388F-B982-4CA7-8C02-28CB9D344E63}" srcOrd="0" destOrd="0" presId="urn:microsoft.com/office/officeart/2008/layout/LinedList"/>
    <dgm:cxn modelId="{7CC47070-C078-4632-8B42-55D307133AB9}" srcId="{9F994EBC-610C-4A33-B104-CB3BBA0FD2B0}" destId="{F97738D4-5F8C-4992-8084-F9CC8231D7D1}" srcOrd="6" destOrd="0" parTransId="{2DC6EF89-A40B-4313-B08E-9D4161A3E8AF}" sibTransId="{35BF6187-3218-42BB-BB3D-641DA389D24D}"/>
    <dgm:cxn modelId="{CF311252-DE21-4B13-A538-2E93CDCAE171}" type="presOf" srcId="{C6642022-2F0C-4E88-92A2-7641939EEC99}" destId="{C5531298-6B84-4ACA-9A69-0020010EFCD0}" srcOrd="0" destOrd="0" presId="urn:microsoft.com/office/officeart/2008/layout/LinedList"/>
    <dgm:cxn modelId="{1B791473-43EC-49F8-8620-7C073E6E7ABE}" srcId="{9F994EBC-610C-4A33-B104-CB3BBA0FD2B0}" destId="{C6642022-2F0C-4E88-92A2-7641939EEC99}" srcOrd="5" destOrd="0" parTransId="{092C215D-3495-4CC9-A9F7-0F5699B465BC}" sibTransId="{83FB7378-2184-4CEE-99BB-9EA35C434394}"/>
    <dgm:cxn modelId="{DC8BC476-8B46-4B36-8D77-9349DA6C087B}" srcId="{9F994EBC-610C-4A33-B104-CB3BBA0FD2B0}" destId="{DCE69342-31B9-4579-BE7F-6CEEE65A70F8}" srcOrd="4" destOrd="0" parTransId="{0C76D447-A658-4051-BC2A-6FCC26EB5A4E}" sibTransId="{57B21C86-FAB2-4026-ABE4-6DDEB6918FF7}"/>
    <dgm:cxn modelId="{D328659F-2A9C-4606-9645-8A3B488FCA57}" srcId="{9F994EBC-610C-4A33-B104-CB3BBA0FD2B0}" destId="{8D6C6C26-A623-45AA-8E1B-4A3BFF9EFC08}" srcOrd="0" destOrd="0" parTransId="{DFF96FED-585D-4FD7-8629-A4F6D97EBF40}" sibTransId="{47546749-EE99-4588-8C5C-2A7DE2AF4F91}"/>
    <dgm:cxn modelId="{C39BCECA-88D4-49F2-B3EE-42748DF1A2FF}" type="presOf" srcId="{8D6C6C26-A623-45AA-8E1B-4A3BFF9EFC08}" destId="{014BFFD3-4B4E-4718-945B-645BE5CF45A8}" srcOrd="0" destOrd="0" presId="urn:microsoft.com/office/officeart/2008/layout/LinedList"/>
    <dgm:cxn modelId="{1D2E19CF-85B5-42AD-B54D-4FC98AD12466}" type="presOf" srcId="{C48BAA40-6E26-479C-BE23-E0068B7407CD}" destId="{CE9B6BB9-DA9E-4F43-94B9-CC0DAED70E1B}" srcOrd="0" destOrd="0" presId="urn:microsoft.com/office/officeart/2008/layout/LinedList"/>
    <dgm:cxn modelId="{70DC6DD7-E365-41B0-842C-85B24F86E6F8}" type="presOf" srcId="{DCE69342-31B9-4579-BE7F-6CEEE65A70F8}" destId="{D9223CD4-D8F9-485D-B3DC-6C6FD49A2AB3}" srcOrd="0" destOrd="0" presId="urn:microsoft.com/office/officeart/2008/layout/LinedList"/>
    <dgm:cxn modelId="{6D9EE2E3-DA3F-4A6C-8139-3CDCBA39F87A}" type="presOf" srcId="{F97738D4-5F8C-4992-8084-F9CC8231D7D1}" destId="{AC36EF5F-0B69-4CA7-991C-444C9698AE62}" srcOrd="0" destOrd="0" presId="urn:microsoft.com/office/officeart/2008/layout/LinedList"/>
    <dgm:cxn modelId="{B345DAE6-7380-4B67-9E70-0FD686AF05A8}" srcId="{9F994EBC-610C-4A33-B104-CB3BBA0FD2B0}" destId="{CE9D5D94-3088-4F00-8ADE-AC1FA06F5B82}" srcOrd="1" destOrd="0" parTransId="{DE9AF742-977E-4114-B810-2FC1356DBF07}" sibTransId="{1675DE74-EB8A-4BEC-B355-848DCA0A4932}"/>
    <dgm:cxn modelId="{989692EC-A556-43D0-860A-E68FEA63060B}" srcId="{9F994EBC-610C-4A33-B104-CB3BBA0FD2B0}" destId="{C48BAA40-6E26-479C-BE23-E0068B7407CD}" srcOrd="3" destOrd="0" parTransId="{373BE33B-1789-4D7D-8B99-95FEF27BC89E}" sibTransId="{0E105CD2-27B1-411A-AB5E-B4208815BD3F}"/>
    <dgm:cxn modelId="{A7FA80F9-ED6B-4109-A0E1-C7F7107355A1}" type="presOf" srcId="{9568BA55-C111-41BD-A7B2-92F753BE029A}" destId="{0903431A-4D0A-4C8A-A309-14F4E9D0A768}" srcOrd="0" destOrd="0" presId="urn:microsoft.com/office/officeart/2008/layout/LinedList"/>
    <dgm:cxn modelId="{21283A00-CFB7-4E5E-BB0B-F609AECDE745}" type="presParOf" srcId="{CF7056F1-A437-4E68-8576-473AA1541078}" destId="{04AA60D6-ED83-4C5D-8731-8EC88EFA9B91}" srcOrd="0" destOrd="0" presId="urn:microsoft.com/office/officeart/2008/layout/LinedList"/>
    <dgm:cxn modelId="{14A1B4B1-05B5-4CE0-8A83-61E862DCCFEC}" type="presParOf" srcId="{CF7056F1-A437-4E68-8576-473AA1541078}" destId="{AFCA18A5-8A41-4F9C-8D30-6E7EC823880A}" srcOrd="1" destOrd="0" presId="urn:microsoft.com/office/officeart/2008/layout/LinedList"/>
    <dgm:cxn modelId="{50067E7F-239F-4BD5-83C8-634614DEF6AF}" type="presParOf" srcId="{AFCA18A5-8A41-4F9C-8D30-6E7EC823880A}" destId="{014BFFD3-4B4E-4718-945B-645BE5CF45A8}" srcOrd="0" destOrd="0" presId="urn:microsoft.com/office/officeart/2008/layout/LinedList"/>
    <dgm:cxn modelId="{AE5689A9-F426-4BE2-AD14-12DCA750DFC5}" type="presParOf" srcId="{AFCA18A5-8A41-4F9C-8D30-6E7EC823880A}" destId="{BEF21644-A08C-4DCC-B3EC-A3D19E28DF43}" srcOrd="1" destOrd="0" presId="urn:microsoft.com/office/officeart/2008/layout/LinedList"/>
    <dgm:cxn modelId="{BF1A350D-AC8A-463F-BF27-B05B369DEDB0}" type="presParOf" srcId="{CF7056F1-A437-4E68-8576-473AA1541078}" destId="{0DD9B04C-53FF-4075-89F1-8F42F098206E}" srcOrd="2" destOrd="0" presId="urn:microsoft.com/office/officeart/2008/layout/LinedList"/>
    <dgm:cxn modelId="{AF7FA3EA-EACE-4C0C-8CB1-5010BBA96589}" type="presParOf" srcId="{CF7056F1-A437-4E68-8576-473AA1541078}" destId="{B15B013F-FE5E-41B6-B230-F54BEEECC853}" srcOrd="3" destOrd="0" presId="urn:microsoft.com/office/officeart/2008/layout/LinedList"/>
    <dgm:cxn modelId="{2D1D95C9-2D6F-4C2C-8EAE-F11DA0BD2E8E}" type="presParOf" srcId="{B15B013F-FE5E-41B6-B230-F54BEEECC853}" destId="{DB64388F-B982-4CA7-8C02-28CB9D344E63}" srcOrd="0" destOrd="0" presId="urn:microsoft.com/office/officeart/2008/layout/LinedList"/>
    <dgm:cxn modelId="{CFF048D3-08B9-4724-85B8-29C0BDE236D3}" type="presParOf" srcId="{B15B013F-FE5E-41B6-B230-F54BEEECC853}" destId="{2FDE2693-9895-4159-B6E9-C07A0CA5DCEC}" srcOrd="1" destOrd="0" presId="urn:microsoft.com/office/officeart/2008/layout/LinedList"/>
    <dgm:cxn modelId="{40F4F6ED-9505-4B43-A42B-0EE0091707D5}" type="presParOf" srcId="{CF7056F1-A437-4E68-8576-473AA1541078}" destId="{89E83997-66C9-4236-99BE-70EFE3D950A0}" srcOrd="4" destOrd="0" presId="urn:microsoft.com/office/officeart/2008/layout/LinedList"/>
    <dgm:cxn modelId="{EDEE5BB6-150B-4BF5-91CA-21665E0A4A73}" type="presParOf" srcId="{CF7056F1-A437-4E68-8576-473AA1541078}" destId="{D95383BD-8A96-41D4-AB78-62440CE419B5}" srcOrd="5" destOrd="0" presId="urn:microsoft.com/office/officeart/2008/layout/LinedList"/>
    <dgm:cxn modelId="{CB2CED3C-B0E7-48B8-9C60-03599EC1BB71}" type="presParOf" srcId="{D95383BD-8A96-41D4-AB78-62440CE419B5}" destId="{0903431A-4D0A-4C8A-A309-14F4E9D0A768}" srcOrd="0" destOrd="0" presId="urn:microsoft.com/office/officeart/2008/layout/LinedList"/>
    <dgm:cxn modelId="{81110603-3D75-42C6-AA42-9125D5C0B0E4}" type="presParOf" srcId="{D95383BD-8A96-41D4-AB78-62440CE419B5}" destId="{BD47A78C-F694-40B8-9FDE-52644FAF21FD}" srcOrd="1" destOrd="0" presId="urn:microsoft.com/office/officeart/2008/layout/LinedList"/>
    <dgm:cxn modelId="{265DE616-E023-4E12-9C4F-48517505E137}" type="presParOf" srcId="{CF7056F1-A437-4E68-8576-473AA1541078}" destId="{DAF3FD30-157D-4484-99C1-E4C0B5D8242C}" srcOrd="6" destOrd="0" presId="urn:microsoft.com/office/officeart/2008/layout/LinedList"/>
    <dgm:cxn modelId="{9A20136A-D279-428E-BA63-533227B92320}" type="presParOf" srcId="{CF7056F1-A437-4E68-8576-473AA1541078}" destId="{3A4F7A9F-277A-4D83-AC7E-83CF03957980}" srcOrd="7" destOrd="0" presId="urn:microsoft.com/office/officeart/2008/layout/LinedList"/>
    <dgm:cxn modelId="{6719A9A3-95AE-4AB8-A58E-6631D5DF25AC}" type="presParOf" srcId="{3A4F7A9F-277A-4D83-AC7E-83CF03957980}" destId="{CE9B6BB9-DA9E-4F43-94B9-CC0DAED70E1B}" srcOrd="0" destOrd="0" presId="urn:microsoft.com/office/officeart/2008/layout/LinedList"/>
    <dgm:cxn modelId="{6345F9E4-5879-4AE0-9F8A-F4B47E961D37}" type="presParOf" srcId="{3A4F7A9F-277A-4D83-AC7E-83CF03957980}" destId="{0B229011-F97E-43CB-B107-017C37405CF6}" srcOrd="1" destOrd="0" presId="urn:microsoft.com/office/officeart/2008/layout/LinedList"/>
    <dgm:cxn modelId="{B863EA14-DB0F-427A-A1EE-A22CD361DB57}" type="presParOf" srcId="{CF7056F1-A437-4E68-8576-473AA1541078}" destId="{4EF5A14F-587E-442E-95B5-1AFCD5FE21A5}" srcOrd="8" destOrd="0" presId="urn:microsoft.com/office/officeart/2008/layout/LinedList"/>
    <dgm:cxn modelId="{92DFE34D-9613-40D2-8874-6D05A2D8878A}" type="presParOf" srcId="{CF7056F1-A437-4E68-8576-473AA1541078}" destId="{10CC9322-B91D-4F13-BD05-E2A17A649BC6}" srcOrd="9" destOrd="0" presId="urn:microsoft.com/office/officeart/2008/layout/LinedList"/>
    <dgm:cxn modelId="{56BDA403-388D-4159-B528-CF5E2ACA8F90}" type="presParOf" srcId="{10CC9322-B91D-4F13-BD05-E2A17A649BC6}" destId="{D9223CD4-D8F9-485D-B3DC-6C6FD49A2AB3}" srcOrd="0" destOrd="0" presId="urn:microsoft.com/office/officeart/2008/layout/LinedList"/>
    <dgm:cxn modelId="{D0E21789-D036-4541-B332-88B645D72734}" type="presParOf" srcId="{10CC9322-B91D-4F13-BD05-E2A17A649BC6}" destId="{427B320A-075A-42CA-AAC2-0A7F4192D7D6}" srcOrd="1" destOrd="0" presId="urn:microsoft.com/office/officeart/2008/layout/LinedList"/>
    <dgm:cxn modelId="{312C2AAA-BF45-4B51-B5BD-2BE179A1CBAA}" type="presParOf" srcId="{CF7056F1-A437-4E68-8576-473AA1541078}" destId="{6D428A80-DA0B-484C-B74E-860409AB9944}" srcOrd="10" destOrd="0" presId="urn:microsoft.com/office/officeart/2008/layout/LinedList"/>
    <dgm:cxn modelId="{E3484EED-64EA-4CEA-BD9D-A852C2A52B24}" type="presParOf" srcId="{CF7056F1-A437-4E68-8576-473AA1541078}" destId="{BE411833-E0CB-46AC-8284-EB6F4011CDA2}" srcOrd="11" destOrd="0" presId="urn:microsoft.com/office/officeart/2008/layout/LinedList"/>
    <dgm:cxn modelId="{54ACAB1C-F73F-4285-88C0-B6F3DFCEF279}" type="presParOf" srcId="{BE411833-E0CB-46AC-8284-EB6F4011CDA2}" destId="{C5531298-6B84-4ACA-9A69-0020010EFCD0}" srcOrd="0" destOrd="0" presId="urn:microsoft.com/office/officeart/2008/layout/LinedList"/>
    <dgm:cxn modelId="{1904D898-CCA3-4602-B2E8-E989AC06A66E}" type="presParOf" srcId="{BE411833-E0CB-46AC-8284-EB6F4011CDA2}" destId="{B0F6CFDA-DA66-458D-B9B4-959E049FFB7B}" srcOrd="1" destOrd="0" presId="urn:microsoft.com/office/officeart/2008/layout/LinedList"/>
    <dgm:cxn modelId="{719B620A-B5D8-4F2E-8EA5-7C42878E73A6}" type="presParOf" srcId="{CF7056F1-A437-4E68-8576-473AA1541078}" destId="{820F375E-85E7-4F80-AFED-CF19916AB0A9}" srcOrd="12" destOrd="0" presId="urn:microsoft.com/office/officeart/2008/layout/LinedList"/>
    <dgm:cxn modelId="{906E75B2-0BDF-445F-9516-16F123CCE06B}" type="presParOf" srcId="{CF7056F1-A437-4E68-8576-473AA1541078}" destId="{AAA10FA4-5E32-4EA1-87B7-DBC04D0DEDC5}" srcOrd="13" destOrd="0" presId="urn:microsoft.com/office/officeart/2008/layout/LinedList"/>
    <dgm:cxn modelId="{A212037A-87DD-45B4-9B91-23C8B4BB9E0F}" type="presParOf" srcId="{AAA10FA4-5E32-4EA1-87B7-DBC04D0DEDC5}" destId="{AC36EF5F-0B69-4CA7-991C-444C9698AE62}" srcOrd="0" destOrd="0" presId="urn:microsoft.com/office/officeart/2008/layout/LinedList"/>
    <dgm:cxn modelId="{38E2D48E-7ED1-43F8-8929-7F1D316BF3D8}" type="presParOf" srcId="{AAA10FA4-5E32-4EA1-87B7-DBC04D0DEDC5}" destId="{5207A6F6-235D-4FFC-94F5-C75CA999E76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B04570-D005-499B-853E-016B3F640DDC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F5C1A53-7FBF-4D04-AC96-41B0387E8C4A}">
      <dgm:prSet/>
      <dgm:spPr/>
      <dgm:t>
        <a:bodyPr/>
        <a:lstStyle/>
        <a:p>
          <a:r>
            <a:rPr lang="en-US" b="1"/>
            <a:t>Completed:</a:t>
          </a:r>
          <a:endParaRPr lang="en-US"/>
        </a:p>
      </dgm:t>
    </dgm:pt>
    <dgm:pt modelId="{F1A977C6-FDC4-4DCA-A836-2EBF974F2E41}" type="parTrans" cxnId="{B0EC4BF9-B22A-4CE3-B9C2-519162402438}">
      <dgm:prSet/>
      <dgm:spPr/>
      <dgm:t>
        <a:bodyPr/>
        <a:lstStyle/>
        <a:p>
          <a:endParaRPr lang="en-US"/>
        </a:p>
      </dgm:t>
    </dgm:pt>
    <dgm:pt modelId="{77CDC30C-A6E6-45AD-AF53-6FF53E2AC176}" type="sibTrans" cxnId="{B0EC4BF9-B22A-4CE3-B9C2-519162402438}">
      <dgm:prSet/>
      <dgm:spPr/>
      <dgm:t>
        <a:bodyPr/>
        <a:lstStyle/>
        <a:p>
          <a:endParaRPr lang="en-US"/>
        </a:p>
      </dgm:t>
    </dgm:pt>
    <dgm:pt modelId="{109CE42F-9B34-488D-A928-0819E802F1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Extensive literature review of facial and speaker verification models.</a:t>
          </a:r>
        </a:p>
      </dgm:t>
    </dgm:pt>
    <dgm:pt modelId="{DFD8BA41-B687-4FB3-8CA6-27B5A361C47F}" type="parTrans" cxnId="{C4BA24E2-56D2-4E88-9EA6-92229EFBBD2E}">
      <dgm:prSet/>
      <dgm:spPr/>
      <dgm:t>
        <a:bodyPr/>
        <a:lstStyle/>
        <a:p>
          <a:endParaRPr lang="en-US"/>
        </a:p>
      </dgm:t>
    </dgm:pt>
    <dgm:pt modelId="{414E08F5-0448-4A89-8403-5721F1CD2E95}" type="sibTrans" cxnId="{C4BA24E2-56D2-4E88-9EA6-92229EFBBD2E}">
      <dgm:prSet/>
      <dgm:spPr/>
      <dgm:t>
        <a:bodyPr/>
        <a:lstStyle/>
        <a:p>
          <a:endParaRPr lang="en-US"/>
        </a:p>
      </dgm:t>
    </dgm:pt>
    <dgm:pt modelId="{23597647-DAA7-434D-B686-0456FC3F52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Preliminary selection of AI models (FaceNet/ArcFace, ECAPA-TDNN).</a:t>
          </a:r>
        </a:p>
      </dgm:t>
    </dgm:pt>
    <dgm:pt modelId="{2953F4B1-C5BC-46D0-88E7-75622AA90554}" type="parTrans" cxnId="{A2AFB475-6A42-43C4-8E23-DEF0CE66F69F}">
      <dgm:prSet/>
      <dgm:spPr/>
      <dgm:t>
        <a:bodyPr/>
        <a:lstStyle/>
        <a:p>
          <a:endParaRPr lang="en-US"/>
        </a:p>
      </dgm:t>
    </dgm:pt>
    <dgm:pt modelId="{D706669B-F81F-4BBB-B782-B5D0AFFB634E}" type="sibTrans" cxnId="{A2AFB475-6A42-43C4-8E23-DEF0CE66F69F}">
      <dgm:prSet/>
      <dgm:spPr/>
      <dgm:t>
        <a:bodyPr/>
        <a:lstStyle/>
        <a:p>
          <a:endParaRPr lang="en-US"/>
        </a:p>
      </dgm:t>
    </dgm:pt>
    <dgm:pt modelId="{9C78C060-BC3B-41E5-AB70-B5FFBF25CC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Analysis of hardware constraints and identification of potential MVP platforms.</a:t>
          </a:r>
        </a:p>
      </dgm:t>
    </dgm:pt>
    <dgm:pt modelId="{F1EC956F-32B2-4B03-9850-0DE3E74D6D53}" type="parTrans" cxnId="{D14F6ACA-2B40-4742-80D4-3CA4E4962B06}">
      <dgm:prSet/>
      <dgm:spPr/>
      <dgm:t>
        <a:bodyPr/>
        <a:lstStyle/>
        <a:p>
          <a:endParaRPr lang="en-US"/>
        </a:p>
      </dgm:t>
    </dgm:pt>
    <dgm:pt modelId="{A8E8C25C-0F80-4420-9AE3-275F0F4BD5AD}" type="sibTrans" cxnId="{D14F6ACA-2B40-4742-80D4-3CA4E4962B06}">
      <dgm:prSet/>
      <dgm:spPr/>
      <dgm:t>
        <a:bodyPr/>
        <a:lstStyle/>
        <a:p>
          <a:endParaRPr lang="en-US"/>
        </a:p>
      </dgm:t>
    </dgm:pt>
    <dgm:pt modelId="{A582C8D2-B86F-4CF0-BF5D-582E1DF79F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Definition of the high-level system architecture.</a:t>
          </a:r>
        </a:p>
      </dgm:t>
    </dgm:pt>
    <dgm:pt modelId="{351DB279-E928-4EB9-863C-2DE8E2C6230F}" type="parTrans" cxnId="{74AB4DA1-B061-4E93-9BC4-2FAAF3740E7B}">
      <dgm:prSet/>
      <dgm:spPr/>
      <dgm:t>
        <a:bodyPr/>
        <a:lstStyle/>
        <a:p>
          <a:endParaRPr lang="en-US"/>
        </a:p>
      </dgm:t>
    </dgm:pt>
    <dgm:pt modelId="{7456EEA3-00A6-4AAE-98E4-C7027A7E3353}" type="sibTrans" cxnId="{74AB4DA1-B061-4E93-9BC4-2FAAF3740E7B}">
      <dgm:prSet/>
      <dgm:spPr/>
      <dgm:t>
        <a:bodyPr/>
        <a:lstStyle/>
        <a:p>
          <a:endParaRPr lang="en-US"/>
        </a:p>
      </dgm:t>
    </dgm:pt>
    <dgm:pt modelId="{C0605D84-4AF2-4A17-8A47-C40715C877DA}">
      <dgm:prSet/>
      <dgm:spPr/>
      <dgm:t>
        <a:bodyPr/>
        <a:lstStyle/>
        <a:p>
          <a:r>
            <a:rPr lang="en-US" b="1"/>
            <a:t>In Progress / To Be Completed:</a:t>
          </a:r>
          <a:endParaRPr lang="en-US"/>
        </a:p>
      </dgm:t>
    </dgm:pt>
    <dgm:pt modelId="{2FD260C0-F66E-4F9A-8EDC-F36B2106442C}" type="parTrans" cxnId="{5A7BD62F-EB74-40D3-A91B-25123AF07FF7}">
      <dgm:prSet/>
      <dgm:spPr/>
      <dgm:t>
        <a:bodyPr/>
        <a:lstStyle/>
        <a:p>
          <a:endParaRPr lang="en-US"/>
        </a:p>
      </dgm:t>
    </dgm:pt>
    <dgm:pt modelId="{B56DF6C4-7D12-4FC0-9669-0E68442638C8}" type="sibTrans" cxnId="{5A7BD62F-EB74-40D3-A91B-25123AF07FF7}">
      <dgm:prSet/>
      <dgm:spPr/>
      <dgm:t>
        <a:bodyPr/>
        <a:lstStyle/>
        <a:p>
          <a:endParaRPr lang="en-US"/>
        </a:p>
      </dgm:t>
    </dgm:pt>
    <dgm:pt modelId="{87330EC8-5274-47A0-886D-51599451E6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 and benchmark the facial recognition pipeline on a PC.</a:t>
          </a:r>
        </a:p>
      </dgm:t>
    </dgm:pt>
    <dgm:pt modelId="{5EF8E444-DB45-494A-9AA0-98BD83780469}" type="parTrans" cxnId="{21110A8C-E43D-4F02-87E7-856471674101}">
      <dgm:prSet/>
      <dgm:spPr/>
      <dgm:t>
        <a:bodyPr/>
        <a:lstStyle/>
        <a:p>
          <a:endParaRPr lang="en-US"/>
        </a:p>
      </dgm:t>
    </dgm:pt>
    <dgm:pt modelId="{5E07A4B2-FEF0-4A04-808E-39FC807822DC}" type="sibTrans" cxnId="{21110A8C-E43D-4F02-87E7-856471674101}">
      <dgm:prSet/>
      <dgm:spPr/>
      <dgm:t>
        <a:bodyPr/>
        <a:lstStyle/>
        <a:p>
          <a:endParaRPr lang="en-US"/>
        </a:p>
      </dgm:t>
    </dgm:pt>
    <dgm:pt modelId="{84828057-BF7E-492A-A941-880C0E0CD3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 and benchmark the voice recognition pipeline on a PC.</a:t>
          </a:r>
        </a:p>
      </dgm:t>
    </dgm:pt>
    <dgm:pt modelId="{E123EB71-0B6A-448C-9DB3-9C215159D5D5}" type="parTrans" cxnId="{DB8E1C89-4595-4080-ADD0-16DEDC489DA1}">
      <dgm:prSet/>
      <dgm:spPr/>
      <dgm:t>
        <a:bodyPr/>
        <a:lstStyle/>
        <a:p>
          <a:endParaRPr lang="en-US"/>
        </a:p>
      </dgm:t>
    </dgm:pt>
    <dgm:pt modelId="{0A15F394-805B-4F86-8FE1-BFA8B12C226E}" type="sibTrans" cxnId="{DB8E1C89-4595-4080-ADD0-16DEDC489DA1}">
      <dgm:prSet/>
      <dgm:spPr/>
      <dgm:t>
        <a:bodyPr/>
        <a:lstStyle/>
        <a:p>
          <a:endParaRPr lang="en-US"/>
        </a:p>
      </dgm:t>
    </dgm:pt>
    <dgm:pt modelId="{74A8CD09-D7E8-4BDD-BD2A-A7DEB387D7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 both pipelines with a decision fusion engine.</a:t>
          </a:r>
        </a:p>
      </dgm:t>
    </dgm:pt>
    <dgm:pt modelId="{E11F8612-A2C0-4229-BC7B-1DE557F43464}" type="parTrans" cxnId="{56F7A42B-928F-4A60-8FE4-BD47C3B010CC}">
      <dgm:prSet/>
      <dgm:spPr/>
      <dgm:t>
        <a:bodyPr/>
        <a:lstStyle/>
        <a:p>
          <a:endParaRPr lang="en-US"/>
        </a:p>
      </dgm:t>
    </dgm:pt>
    <dgm:pt modelId="{763A858A-47A3-44BF-832C-F3B4E4C42C0C}" type="sibTrans" cxnId="{56F7A42B-928F-4A60-8FE4-BD47C3B010CC}">
      <dgm:prSet/>
      <dgm:spPr/>
      <dgm:t>
        <a:bodyPr/>
        <a:lstStyle/>
        <a:p>
          <a:endParaRPr lang="en-US"/>
        </a:p>
      </dgm:t>
    </dgm:pt>
    <dgm:pt modelId="{98CFCFEE-5476-448D-81EC-0B7A53D6C1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 anti-spoofing (liveness detection) mechanisms.</a:t>
          </a:r>
        </a:p>
      </dgm:t>
    </dgm:pt>
    <dgm:pt modelId="{5D6D2DF8-26DD-441B-A209-80511D346736}" type="parTrans" cxnId="{12F72930-6525-4938-B287-F12584B41F85}">
      <dgm:prSet/>
      <dgm:spPr/>
      <dgm:t>
        <a:bodyPr/>
        <a:lstStyle/>
        <a:p>
          <a:endParaRPr lang="en-US"/>
        </a:p>
      </dgm:t>
    </dgm:pt>
    <dgm:pt modelId="{BEC22C88-4FA1-42E7-8DDC-D80AEF47B17A}" type="sibTrans" cxnId="{12F72930-6525-4938-B287-F12584B41F85}">
      <dgm:prSet/>
      <dgm:spPr/>
      <dgm:t>
        <a:bodyPr/>
        <a:lstStyle/>
        <a:p>
          <a:endParaRPr lang="en-US"/>
        </a:p>
      </dgm:t>
    </dgm:pt>
    <dgm:pt modelId="{870EF29E-FCFE-4EB2-8216-957CC8924B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Optimize and port the complete software to a target embedded platform.</a:t>
          </a:r>
        </a:p>
      </dgm:t>
    </dgm:pt>
    <dgm:pt modelId="{7597A315-2FC5-4928-853D-7A1B5B13643B}" type="parTrans" cxnId="{17B51A63-55FB-4D96-AD2A-159EA5348223}">
      <dgm:prSet/>
      <dgm:spPr/>
      <dgm:t>
        <a:bodyPr/>
        <a:lstStyle/>
        <a:p>
          <a:endParaRPr lang="en-US"/>
        </a:p>
      </dgm:t>
    </dgm:pt>
    <dgm:pt modelId="{40C62075-8D5C-4D18-AAF2-258F3F077603}" type="sibTrans" cxnId="{17B51A63-55FB-4D96-AD2A-159EA5348223}">
      <dgm:prSet/>
      <dgm:spPr/>
      <dgm:t>
        <a:bodyPr/>
        <a:lstStyle/>
        <a:p>
          <a:endParaRPr lang="en-US"/>
        </a:p>
      </dgm:t>
    </dgm:pt>
    <dgm:pt modelId="{7826B9BC-3543-4A41-A868-5223F1D550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Conduct performance evaluation using standard metrics (FAR, FRR).</a:t>
          </a:r>
        </a:p>
      </dgm:t>
    </dgm:pt>
    <dgm:pt modelId="{980CA048-A34E-4DB1-8E1F-C2D025ECFFBC}" type="parTrans" cxnId="{7E027FA4-14C7-4C34-9F55-A4771886E256}">
      <dgm:prSet/>
      <dgm:spPr/>
      <dgm:t>
        <a:bodyPr/>
        <a:lstStyle/>
        <a:p>
          <a:endParaRPr lang="en-US"/>
        </a:p>
      </dgm:t>
    </dgm:pt>
    <dgm:pt modelId="{6E231815-AE42-42D9-B0DC-7C56AAA3D7AE}" type="sibTrans" cxnId="{7E027FA4-14C7-4C34-9F55-A4771886E256}">
      <dgm:prSet/>
      <dgm:spPr/>
      <dgm:t>
        <a:bodyPr/>
        <a:lstStyle/>
        <a:p>
          <a:endParaRPr lang="en-US"/>
        </a:p>
      </dgm:t>
    </dgm:pt>
    <dgm:pt modelId="{C84574D1-9DBE-4146-B562-FBCA74145290}" type="pres">
      <dgm:prSet presAssocID="{E4B04570-D005-499B-853E-016B3F640DDC}" presName="linear" presStyleCnt="0">
        <dgm:presLayoutVars>
          <dgm:animLvl val="lvl"/>
          <dgm:resizeHandles val="exact"/>
        </dgm:presLayoutVars>
      </dgm:prSet>
      <dgm:spPr/>
    </dgm:pt>
    <dgm:pt modelId="{2A2C050A-B410-4EA9-92BC-848A3D8521D5}" type="pres">
      <dgm:prSet presAssocID="{AF5C1A53-7FBF-4D04-AC96-41B0387E8C4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182BA2-FED3-4680-92C0-0249CD64653E}" type="pres">
      <dgm:prSet presAssocID="{AF5C1A53-7FBF-4D04-AC96-41B0387E8C4A}" presName="childText" presStyleLbl="revTx" presStyleIdx="0" presStyleCnt="2">
        <dgm:presLayoutVars>
          <dgm:bulletEnabled val="1"/>
        </dgm:presLayoutVars>
      </dgm:prSet>
      <dgm:spPr/>
    </dgm:pt>
    <dgm:pt modelId="{ABA629FF-9173-483B-9483-9252C71906A5}" type="pres">
      <dgm:prSet presAssocID="{C0605D84-4AF2-4A17-8A47-C40715C877D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3934627-3600-40D3-8BC6-F9C1DC55A68A}" type="pres">
      <dgm:prSet presAssocID="{C0605D84-4AF2-4A17-8A47-C40715C877D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3983901-DCD6-4444-AE62-A975D76F24B7}" type="presOf" srcId="{7826B9BC-3543-4A41-A868-5223F1D550BB}" destId="{03934627-3600-40D3-8BC6-F9C1DC55A68A}" srcOrd="0" destOrd="5" presId="urn:microsoft.com/office/officeart/2005/8/layout/vList2"/>
    <dgm:cxn modelId="{E822982B-55BA-4900-9758-D34DD633AF91}" type="presOf" srcId="{109CE42F-9B34-488D-A928-0819E802F15E}" destId="{B0182BA2-FED3-4680-92C0-0249CD64653E}" srcOrd="0" destOrd="0" presId="urn:microsoft.com/office/officeart/2005/8/layout/vList2"/>
    <dgm:cxn modelId="{56F7A42B-928F-4A60-8FE4-BD47C3B010CC}" srcId="{C0605D84-4AF2-4A17-8A47-C40715C877DA}" destId="{74A8CD09-D7E8-4BDD-BD2A-A7DEB387D722}" srcOrd="2" destOrd="0" parTransId="{E11F8612-A2C0-4229-BC7B-1DE557F43464}" sibTransId="{763A858A-47A3-44BF-832C-F3B4E4C42C0C}"/>
    <dgm:cxn modelId="{305BB82F-4784-457C-85DE-6C6329188EF0}" type="presOf" srcId="{A582C8D2-B86F-4CF0-BF5D-582E1DF79F6E}" destId="{B0182BA2-FED3-4680-92C0-0249CD64653E}" srcOrd="0" destOrd="3" presId="urn:microsoft.com/office/officeart/2005/8/layout/vList2"/>
    <dgm:cxn modelId="{5A7BD62F-EB74-40D3-A91B-25123AF07FF7}" srcId="{E4B04570-D005-499B-853E-016B3F640DDC}" destId="{C0605D84-4AF2-4A17-8A47-C40715C877DA}" srcOrd="1" destOrd="0" parTransId="{2FD260C0-F66E-4F9A-8EDC-F36B2106442C}" sibTransId="{B56DF6C4-7D12-4FC0-9669-0E68442638C8}"/>
    <dgm:cxn modelId="{12F72930-6525-4938-B287-F12584B41F85}" srcId="{C0605D84-4AF2-4A17-8A47-C40715C877DA}" destId="{98CFCFEE-5476-448D-81EC-0B7A53D6C1B8}" srcOrd="3" destOrd="0" parTransId="{5D6D2DF8-26DD-441B-A209-80511D346736}" sibTransId="{BEC22C88-4FA1-42E7-8DDC-D80AEF47B17A}"/>
    <dgm:cxn modelId="{BB6BE135-1492-477D-977E-90E71B893465}" type="presOf" srcId="{C0605D84-4AF2-4A17-8A47-C40715C877DA}" destId="{ABA629FF-9173-483B-9483-9252C71906A5}" srcOrd="0" destOrd="0" presId="urn:microsoft.com/office/officeart/2005/8/layout/vList2"/>
    <dgm:cxn modelId="{1D831B36-9EB9-4460-9125-A949D1062187}" type="presOf" srcId="{23597647-DAA7-434D-B686-0456FC3F52F5}" destId="{B0182BA2-FED3-4680-92C0-0249CD64653E}" srcOrd="0" destOrd="1" presId="urn:microsoft.com/office/officeart/2005/8/layout/vList2"/>
    <dgm:cxn modelId="{A77BAC5C-195D-4853-BEDA-E60175CE38C4}" type="presOf" srcId="{AF5C1A53-7FBF-4D04-AC96-41B0387E8C4A}" destId="{2A2C050A-B410-4EA9-92BC-848A3D8521D5}" srcOrd="0" destOrd="0" presId="urn:microsoft.com/office/officeart/2005/8/layout/vList2"/>
    <dgm:cxn modelId="{17B51A63-55FB-4D96-AD2A-159EA5348223}" srcId="{C0605D84-4AF2-4A17-8A47-C40715C877DA}" destId="{870EF29E-FCFE-4EB2-8216-957CC8924B61}" srcOrd="4" destOrd="0" parTransId="{7597A315-2FC5-4928-853D-7A1B5B13643B}" sibTransId="{40C62075-8D5C-4D18-AAF2-258F3F077603}"/>
    <dgm:cxn modelId="{A2AFB475-6A42-43C4-8E23-DEF0CE66F69F}" srcId="{AF5C1A53-7FBF-4D04-AC96-41B0387E8C4A}" destId="{23597647-DAA7-434D-B686-0456FC3F52F5}" srcOrd="1" destOrd="0" parTransId="{2953F4B1-C5BC-46D0-88E7-75622AA90554}" sibTransId="{D706669B-F81F-4BBB-B782-B5D0AFFB634E}"/>
    <dgm:cxn modelId="{624C5584-F4DF-4B30-B673-F1E581C29FB6}" type="presOf" srcId="{98CFCFEE-5476-448D-81EC-0B7A53D6C1B8}" destId="{03934627-3600-40D3-8BC6-F9C1DC55A68A}" srcOrd="0" destOrd="3" presId="urn:microsoft.com/office/officeart/2005/8/layout/vList2"/>
    <dgm:cxn modelId="{DB8E1C89-4595-4080-ADD0-16DEDC489DA1}" srcId="{C0605D84-4AF2-4A17-8A47-C40715C877DA}" destId="{84828057-BF7E-492A-A941-880C0E0CD39C}" srcOrd="1" destOrd="0" parTransId="{E123EB71-0B6A-448C-9DB3-9C215159D5D5}" sibTransId="{0A15F394-805B-4F86-8FE1-BFA8B12C226E}"/>
    <dgm:cxn modelId="{21110A8C-E43D-4F02-87E7-856471674101}" srcId="{C0605D84-4AF2-4A17-8A47-C40715C877DA}" destId="{87330EC8-5274-47A0-886D-51599451E64A}" srcOrd="0" destOrd="0" parTransId="{5EF8E444-DB45-494A-9AA0-98BD83780469}" sibTransId="{5E07A4B2-FEF0-4A04-808E-39FC807822DC}"/>
    <dgm:cxn modelId="{F5D3E190-ACFB-44FC-95C4-99F9815E0C67}" type="presOf" srcId="{E4B04570-D005-499B-853E-016B3F640DDC}" destId="{C84574D1-9DBE-4146-B562-FBCA74145290}" srcOrd="0" destOrd="0" presId="urn:microsoft.com/office/officeart/2005/8/layout/vList2"/>
    <dgm:cxn modelId="{74AB4DA1-B061-4E93-9BC4-2FAAF3740E7B}" srcId="{AF5C1A53-7FBF-4D04-AC96-41B0387E8C4A}" destId="{A582C8D2-B86F-4CF0-BF5D-582E1DF79F6E}" srcOrd="3" destOrd="0" parTransId="{351DB279-E928-4EB9-863C-2DE8E2C6230F}" sibTransId="{7456EEA3-00A6-4AAE-98E4-C7027A7E3353}"/>
    <dgm:cxn modelId="{7E027FA4-14C7-4C34-9F55-A4771886E256}" srcId="{C0605D84-4AF2-4A17-8A47-C40715C877DA}" destId="{7826B9BC-3543-4A41-A868-5223F1D550BB}" srcOrd="5" destOrd="0" parTransId="{980CA048-A34E-4DB1-8E1F-C2D025ECFFBC}" sibTransId="{6E231815-AE42-42D9-B0DC-7C56AAA3D7AE}"/>
    <dgm:cxn modelId="{2DAE35BB-8F9B-4726-BD10-35F13383EE29}" type="presOf" srcId="{84828057-BF7E-492A-A941-880C0E0CD39C}" destId="{03934627-3600-40D3-8BC6-F9C1DC55A68A}" srcOrd="0" destOrd="1" presId="urn:microsoft.com/office/officeart/2005/8/layout/vList2"/>
    <dgm:cxn modelId="{D14F6ACA-2B40-4742-80D4-3CA4E4962B06}" srcId="{AF5C1A53-7FBF-4D04-AC96-41B0387E8C4A}" destId="{9C78C060-BC3B-41E5-AB70-B5FFBF25CC7C}" srcOrd="2" destOrd="0" parTransId="{F1EC956F-32B2-4B03-9850-0DE3E74D6D53}" sibTransId="{A8E8C25C-0F80-4420-9AE3-275F0F4BD5AD}"/>
    <dgm:cxn modelId="{C4BA24E2-56D2-4E88-9EA6-92229EFBBD2E}" srcId="{AF5C1A53-7FBF-4D04-AC96-41B0387E8C4A}" destId="{109CE42F-9B34-488D-A928-0819E802F15E}" srcOrd="0" destOrd="0" parTransId="{DFD8BA41-B687-4FB3-8CA6-27B5A361C47F}" sibTransId="{414E08F5-0448-4A89-8403-5721F1CD2E95}"/>
    <dgm:cxn modelId="{216B81F1-7AD2-4D82-90B3-B4016B551318}" type="presOf" srcId="{9C78C060-BC3B-41E5-AB70-B5FFBF25CC7C}" destId="{B0182BA2-FED3-4680-92C0-0249CD64653E}" srcOrd="0" destOrd="2" presId="urn:microsoft.com/office/officeart/2005/8/layout/vList2"/>
    <dgm:cxn modelId="{80D728F7-B553-4E2A-BAB6-56D2E3A3C471}" type="presOf" srcId="{870EF29E-FCFE-4EB2-8216-957CC8924B61}" destId="{03934627-3600-40D3-8BC6-F9C1DC55A68A}" srcOrd="0" destOrd="4" presId="urn:microsoft.com/office/officeart/2005/8/layout/vList2"/>
    <dgm:cxn modelId="{B0EC4BF9-B22A-4CE3-B9C2-519162402438}" srcId="{E4B04570-D005-499B-853E-016B3F640DDC}" destId="{AF5C1A53-7FBF-4D04-AC96-41B0387E8C4A}" srcOrd="0" destOrd="0" parTransId="{F1A977C6-FDC4-4DCA-A836-2EBF974F2E41}" sibTransId="{77CDC30C-A6E6-45AD-AF53-6FF53E2AC176}"/>
    <dgm:cxn modelId="{EB4B9BFA-C9C0-402E-9977-7A8F889D80B4}" type="presOf" srcId="{87330EC8-5274-47A0-886D-51599451E64A}" destId="{03934627-3600-40D3-8BC6-F9C1DC55A68A}" srcOrd="0" destOrd="0" presId="urn:microsoft.com/office/officeart/2005/8/layout/vList2"/>
    <dgm:cxn modelId="{F60856FB-909D-4F0B-8DB5-2BF3EBA167B3}" type="presOf" srcId="{74A8CD09-D7E8-4BDD-BD2A-A7DEB387D722}" destId="{03934627-3600-40D3-8BC6-F9C1DC55A68A}" srcOrd="0" destOrd="2" presId="urn:microsoft.com/office/officeart/2005/8/layout/vList2"/>
    <dgm:cxn modelId="{AEE7910D-38BA-4830-814E-F9E32D89EC9E}" type="presParOf" srcId="{C84574D1-9DBE-4146-B562-FBCA74145290}" destId="{2A2C050A-B410-4EA9-92BC-848A3D8521D5}" srcOrd="0" destOrd="0" presId="urn:microsoft.com/office/officeart/2005/8/layout/vList2"/>
    <dgm:cxn modelId="{874572EA-7FD6-4EFF-A7D5-C0A8A2B4DAC1}" type="presParOf" srcId="{C84574D1-9DBE-4146-B562-FBCA74145290}" destId="{B0182BA2-FED3-4680-92C0-0249CD64653E}" srcOrd="1" destOrd="0" presId="urn:microsoft.com/office/officeart/2005/8/layout/vList2"/>
    <dgm:cxn modelId="{FC17A0D5-1BE5-4F4C-B00D-6801F2368288}" type="presParOf" srcId="{C84574D1-9DBE-4146-B562-FBCA74145290}" destId="{ABA629FF-9173-483B-9483-9252C71906A5}" srcOrd="2" destOrd="0" presId="urn:microsoft.com/office/officeart/2005/8/layout/vList2"/>
    <dgm:cxn modelId="{CCEE5ABA-F771-447B-8C33-D0010D5FEB35}" type="presParOf" srcId="{C84574D1-9DBE-4146-B562-FBCA74145290}" destId="{03934627-3600-40D3-8BC6-F9C1DC55A68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C99846-E52F-4883-A93A-46F4E70291D6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05457D-5819-4D16-BA1E-24E125CCBBCE}">
      <dgm:prSet/>
      <dgm:spPr/>
      <dgm:t>
        <a:bodyPr/>
        <a:lstStyle/>
        <a:p>
          <a:r>
            <a:rPr lang="en-US" b="1"/>
            <a:t>Facial Recognition Pipeline:</a:t>
          </a:r>
          <a:endParaRPr lang="en-US"/>
        </a:p>
      </dgm:t>
    </dgm:pt>
    <dgm:pt modelId="{5AF2A617-4B31-4743-B45D-D5824A9F8799}" type="parTrans" cxnId="{439A9566-97B4-4D55-98B0-97F2FD866662}">
      <dgm:prSet/>
      <dgm:spPr/>
      <dgm:t>
        <a:bodyPr/>
        <a:lstStyle/>
        <a:p>
          <a:endParaRPr lang="en-US"/>
        </a:p>
      </dgm:t>
    </dgm:pt>
    <dgm:pt modelId="{23C9A436-0C28-440D-A46F-D263E290CFDA}" type="sibTrans" cxnId="{439A9566-97B4-4D55-98B0-97F2FD866662}">
      <dgm:prSet/>
      <dgm:spPr/>
      <dgm:t>
        <a:bodyPr/>
        <a:lstStyle/>
        <a:p>
          <a:endParaRPr lang="en-US"/>
        </a:p>
      </dgm:t>
    </dgm:pt>
    <dgm:pt modelId="{E8C0FA02-69F5-424C-9904-6ED01A7AD6DD}">
      <dgm:prSet/>
      <dgm:spPr/>
      <dgm:t>
        <a:bodyPr/>
        <a:lstStyle/>
        <a:p>
          <a:r>
            <a:rPr lang="en-US" b="1"/>
            <a:t>Input:</a:t>
          </a:r>
          <a:r>
            <a:rPr lang="en-US"/>
            <a:t> Live video frame.</a:t>
          </a:r>
        </a:p>
      </dgm:t>
    </dgm:pt>
    <dgm:pt modelId="{E1560BC5-CDC7-48B1-8776-A59D0F379CAD}" type="parTrans" cxnId="{D7BA6CD5-F095-4976-B8C6-9AA6867152CF}">
      <dgm:prSet/>
      <dgm:spPr/>
      <dgm:t>
        <a:bodyPr/>
        <a:lstStyle/>
        <a:p>
          <a:endParaRPr lang="en-US"/>
        </a:p>
      </dgm:t>
    </dgm:pt>
    <dgm:pt modelId="{70962053-06A8-4672-89D4-CF06EB58E99E}" type="sibTrans" cxnId="{D7BA6CD5-F095-4976-B8C6-9AA6867152CF}">
      <dgm:prSet/>
      <dgm:spPr/>
      <dgm:t>
        <a:bodyPr/>
        <a:lstStyle/>
        <a:p>
          <a:endParaRPr lang="en-US"/>
        </a:p>
      </dgm:t>
    </dgm:pt>
    <dgm:pt modelId="{133B5647-4446-47DB-98F3-5475D3F2E9ED}">
      <dgm:prSet/>
      <dgm:spPr/>
      <dgm:t>
        <a:bodyPr/>
        <a:lstStyle/>
        <a:p>
          <a:r>
            <a:rPr lang="en-US" b="1"/>
            <a:t>Face Detection:</a:t>
          </a:r>
          <a:r>
            <a:rPr lang="en-US"/>
            <a:t> A lightweight detector (e.g., RetinaFace) finds the face in the frame.</a:t>
          </a:r>
        </a:p>
      </dgm:t>
    </dgm:pt>
    <dgm:pt modelId="{CF2B9BB4-17FF-4B4B-B26C-F5CCA27A8AEC}" type="parTrans" cxnId="{667D921A-71DD-4716-8E62-7691D6EF5E61}">
      <dgm:prSet/>
      <dgm:spPr/>
      <dgm:t>
        <a:bodyPr/>
        <a:lstStyle/>
        <a:p>
          <a:endParaRPr lang="en-US"/>
        </a:p>
      </dgm:t>
    </dgm:pt>
    <dgm:pt modelId="{B89B7339-D327-41A5-828B-3A875866D73F}" type="sibTrans" cxnId="{667D921A-71DD-4716-8E62-7691D6EF5E61}">
      <dgm:prSet/>
      <dgm:spPr/>
      <dgm:t>
        <a:bodyPr/>
        <a:lstStyle/>
        <a:p>
          <a:endParaRPr lang="en-US"/>
        </a:p>
      </dgm:t>
    </dgm:pt>
    <dgm:pt modelId="{72B75044-B2E4-49A9-80CF-CCD1F7EA9BD4}">
      <dgm:prSet/>
      <dgm:spPr/>
      <dgm:t>
        <a:bodyPr/>
        <a:lstStyle/>
        <a:p>
          <a:r>
            <a:rPr lang="en-US" b="1"/>
            <a:t>Pre-processing:</a:t>
          </a:r>
          <a:r>
            <a:rPr lang="en-US"/>
            <a:t> The detected face is cropped, aligned, and normalized.</a:t>
          </a:r>
        </a:p>
      </dgm:t>
    </dgm:pt>
    <dgm:pt modelId="{06BB4BDE-C1B4-44D6-A522-18AE86E5549C}" type="parTrans" cxnId="{13A09AF1-8827-49E8-8AEC-43F32CA36B4C}">
      <dgm:prSet/>
      <dgm:spPr/>
      <dgm:t>
        <a:bodyPr/>
        <a:lstStyle/>
        <a:p>
          <a:endParaRPr lang="en-US"/>
        </a:p>
      </dgm:t>
    </dgm:pt>
    <dgm:pt modelId="{9D776210-5440-44FC-8968-4712A3F1A0A1}" type="sibTrans" cxnId="{13A09AF1-8827-49E8-8AEC-43F32CA36B4C}">
      <dgm:prSet/>
      <dgm:spPr/>
      <dgm:t>
        <a:bodyPr/>
        <a:lstStyle/>
        <a:p>
          <a:endParaRPr lang="en-US"/>
        </a:p>
      </dgm:t>
    </dgm:pt>
    <dgm:pt modelId="{DD3F7F1A-5711-460C-A8B1-E8AF073834E8}">
      <dgm:prSet/>
      <dgm:spPr/>
      <dgm:t>
        <a:bodyPr/>
        <a:lstStyle/>
        <a:p>
          <a:r>
            <a:rPr lang="en-US" b="1"/>
            <a:t>Feature Extraction:</a:t>
          </a:r>
          <a:r>
            <a:rPr lang="en-US"/>
            <a:t> The prepared face image is fed into our recognition model (e.g., ArcFace) to generate a 512-dimension embedding vector.</a:t>
          </a:r>
        </a:p>
      </dgm:t>
    </dgm:pt>
    <dgm:pt modelId="{9500D66D-5D18-4157-BD2E-9534CC7498D9}" type="parTrans" cxnId="{E63AF473-CDB6-48C3-9F0C-3F977623A55B}">
      <dgm:prSet/>
      <dgm:spPr/>
      <dgm:t>
        <a:bodyPr/>
        <a:lstStyle/>
        <a:p>
          <a:endParaRPr lang="en-US"/>
        </a:p>
      </dgm:t>
    </dgm:pt>
    <dgm:pt modelId="{E8D9AB6D-0D9D-4817-AD73-FD02FB57D65D}" type="sibTrans" cxnId="{E63AF473-CDB6-48C3-9F0C-3F977623A55B}">
      <dgm:prSet/>
      <dgm:spPr/>
      <dgm:t>
        <a:bodyPr/>
        <a:lstStyle/>
        <a:p>
          <a:endParaRPr lang="en-US"/>
        </a:p>
      </dgm:t>
    </dgm:pt>
    <dgm:pt modelId="{75290A63-4212-4BCA-A9BD-7A3A27631AB0}">
      <dgm:prSet/>
      <dgm:spPr/>
      <dgm:t>
        <a:bodyPr/>
        <a:lstStyle/>
        <a:p>
          <a:r>
            <a:rPr lang="en-US" b="1"/>
            <a:t>Comparison:</a:t>
          </a:r>
          <a:r>
            <a:rPr lang="en-US"/>
            <a:t> The new embedding is compared to the stored embedding using cosine similarity.</a:t>
          </a:r>
        </a:p>
      </dgm:t>
    </dgm:pt>
    <dgm:pt modelId="{D76C8FBB-0FC7-4A97-8D60-86B197A2724A}" type="parTrans" cxnId="{C48BEBA7-C235-40EE-9128-3064384467C1}">
      <dgm:prSet/>
      <dgm:spPr/>
      <dgm:t>
        <a:bodyPr/>
        <a:lstStyle/>
        <a:p>
          <a:endParaRPr lang="en-US"/>
        </a:p>
      </dgm:t>
    </dgm:pt>
    <dgm:pt modelId="{E46296FF-71B0-44AD-B490-F3AE468F96E3}" type="sibTrans" cxnId="{C48BEBA7-C235-40EE-9128-3064384467C1}">
      <dgm:prSet/>
      <dgm:spPr/>
      <dgm:t>
        <a:bodyPr/>
        <a:lstStyle/>
        <a:p>
          <a:endParaRPr lang="en-US"/>
        </a:p>
      </dgm:t>
    </dgm:pt>
    <dgm:pt modelId="{F5EB4752-92D3-4B0F-9009-B2521DF693A4}">
      <dgm:prSet/>
      <dgm:spPr/>
      <dgm:t>
        <a:bodyPr/>
        <a:lstStyle/>
        <a:p>
          <a:r>
            <a:rPr lang="en-US" b="1"/>
            <a:t>Voice Recognition Pipeline:</a:t>
          </a:r>
          <a:endParaRPr lang="en-US"/>
        </a:p>
      </dgm:t>
    </dgm:pt>
    <dgm:pt modelId="{626D4952-3CE3-485E-90AF-3B6873E92181}" type="parTrans" cxnId="{03C2D668-A4F9-432F-8742-226B06A8382D}">
      <dgm:prSet/>
      <dgm:spPr/>
      <dgm:t>
        <a:bodyPr/>
        <a:lstStyle/>
        <a:p>
          <a:endParaRPr lang="en-US"/>
        </a:p>
      </dgm:t>
    </dgm:pt>
    <dgm:pt modelId="{3C3CFB7C-C235-4529-B075-CAD087FAEB75}" type="sibTrans" cxnId="{03C2D668-A4F9-432F-8742-226B06A8382D}">
      <dgm:prSet/>
      <dgm:spPr/>
      <dgm:t>
        <a:bodyPr/>
        <a:lstStyle/>
        <a:p>
          <a:endParaRPr lang="en-US"/>
        </a:p>
      </dgm:t>
    </dgm:pt>
    <dgm:pt modelId="{1D1007D3-FD9B-4B50-B43D-0AD260230FED}">
      <dgm:prSet/>
      <dgm:spPr/>
      <dgm:t>
        <a:bodyPr/>
        <a:lstStyle/>
        <a:p>
          <a:r>
            <a:rPr lang="en-US" b="1"/>
            <a:t>Input:</a:t>
          </a:r>
          <a:r>
            <a:rPr lang="en-US"/>
            <a:t> Live audio stream.</a:t>
          </a:r>
        </a:p>
      </dgm:t>
    </dgm:pt>
    <dgm:pt modelId="{07D607DD-0578-47A2-B743-4263BBBE02DF}" type="parTrans" cxnId="{A48974DA-3ABE-4393-85EC-8E8708C47028}">
      <dgm:prSet/>
      <dgm:spPr/>
      <dgm:t>
        <a:bodyPr/>
        <a:lstStyle/>
        <a:p>
          <a:endParaRPr lang="en-US"/>
        </a:p>
      </dgm:t>
    </dgm:pt>
    <dgm:pt modelId="{7081B30A-328B-4D41-91D2-586DAD478E3B}" type="sibTrans" cxnId="{A48974DA-3ABE-4393-85EC-8E8708C47028}">
      <dgm:prSet/>
      <dgm:spPr/>
      <dgm:t>
        <a:bodyPr/>
        <a:lstStyle/>
        <a:p>
          <a:endParaRPr lang="en-US"/>
        </a:p>
      </dgm:t>
    </dgm:pt>
    <dgm:pt modelId="{64E80D95-A99E-47A6-9BBF-A2CEDBD07F37}">
      <dgm:prSet/>
      <dgm:spPr/>
      <dgm:t>
        <a:bodyPr/>
        <a:lstStyle/>
        <a:p>
          <a:r>
            <a:rPr lang="en-US" b="1"/>
            <a:t>Pre-processing:</a:t>
          </a:r>
          <a:r>
            <a:rPr lang="en-US"/>
            <a:t> Audio is converted to the required format (e.g., 16kHz, mono).</a:t>
          </a:r>
        </a:p>
      </dgm:t>
    </dgm:pt>
    <dgm:pt modelId="{31782DA5-FBAB-43BE-94AE-1DB43D3D4BE2}" type="parTrans" cxnId="{151DD74D-A0C1-45F0-935A-070928AEC6DF}">
      <dgm:prSet/>
      <dgm:spPr/>
      <dgm:t>
        <a:bodyPr/>
        <a:lstStyle/>
        <a:p>
          <a:endParaRPr lang="en-US"/>
        </a:p>
      </dgm:t>
    </dgm:pt>
    <dgm:pt modelId="{9B1EF62D-8C03-4661-A009-3EC4DE4535B7}" type="sibTrans" cxnId="{151DD74D-A0C1-45F0-935A-070928AEC6DF}">
      <dgm:prSet/>
      <dgm:spPr/>
      <dgm:t>
        <a:bodyPr/>
        <a:lstStyle/>
        <a:p>
          <a:endParaRPr lang="en-US"/>
        </a:p>
      </dgm:t>
    </dgm:pt>
    <dgm:pt modelId="{338E44B9-FF60-4949-B6DE-577FE6246FF2}">
      <dgm:prSet/>
      <dgm:spPr/>
      <dgm:t>
        <a:bodyPr/>
        <a:lstStyle/>
        <a:p>
          <a:r>
            <a:rPr lang="en-US" b="1"/>
            <a:t>Feature Extraction:</a:t>
          </a:r>
          <a:r>
            <a:rPr lang="en-US"/>
            <a:t> The ECAPA-TDNN model processes the audio to generate a 192-dimension speaker embedding vector.</a:t>
          </a:r>
        </a:p>
      </dgm:t>
    </dgm:pt>
    <dgm:pt modelId="{D9D688E3-AED0-4F6B-83A7-48B5770C46D4}" type="parTrans" cxnId="{9B45C165-F2D6-416D-98BE-9337744B5A9E}">
      <dgm:prSet/>
      <dgm:spPr/>
      <dgm:t>
        <a:bodyPr/>
        <a:lstStyle/>
        <a:p>
          <a:endParaRPr lang="en-US"/>
        </a:p>
      </dgm:t>
    </dgm:pt>
    <dgm:pt modelId="{C7090293-E52C-4354-A3E0-B6D50232AFC3}" type="sibTrans" cxnId="{9B45C165-F2D6-416D-98BE-9337744B5A9E}">
      <dgm:prSet/>
      <dgm:spPr/>
      <dgm:t>
        <a:bodyPr/>
        <a:lstStyle/>
        <a:p>
          <a:endParaRPr lang="en-US"/>
        </a:p>
      </dgm:t>
    </dgm:pt>
    <dgm:pt modelId="{78BE480A-424C-4D8A-93CB-DD7DC8891804}">
      <dgm:prSet/>
      <dgm:spPr/>
      <dgm:t>
        <a:bodyPr/>
        <a:lstStyle/>
        <a:p>
          <a:r>
            <a:rPr lang="en-US" b="1"/>
            <a:t>Comparison:</a:t>
          </a:r>
          <a:r>
            <a:rPr lang="en-US"/>
            <a:t> The new embedding is compared to the stored embedding.</a:t>
          </a:r>
        </a:p>
      </dgm:t>
    </dgm:pt>
    <dgm:pt modelId="{9074BCF0-EED2-4FFA-87B4-2124760E55E2}" type="parTrans" cxnId="{F1038515-480A-431C-A880-91FF78B933E7}">
      <dgm:prSet/>
      <dgm:spPr/>
      <dgm:t>
        <a:bodyPr/>
        <a:lstStyle/>
        <a:p>
          <a:endParaRPr lang="en-US"/>
        </a:p>
      </dgm:t>
    </dgm:pt>
    <dgm:pt modelId="{DF51F9DB-A87B-482C-B0CA-7250559723C2}" type="sibTrans" cxnId="{F1038515-480A-431C-A880-91FF78B933E7}">
      <dgm:prSet/>
      <dgm:spPr/>
      <dgm:t>
        <a:bodyPr/>
        <a:lstStyle/>
        <a:p>
          <a:endParaRPr lang="en-US"/>
        </a:p>
      </dgm:t>
    </dgm:pt>
    <dgm:pt modelId="{24AEA10D-CE69-49C4-ABBE-643D3A86E30E}" type="pres">
      <dgm:prSet presAssocID="{6FC99846-E52F-4883-A93A-46F4E70291D6}" presName="Name0" presStyleCnt="0">
        <dgm:presLayoutVars>
          <dgm:dir/>
          <dgm:animLvl val="lvl"/>
          <dgm:resizeHandles val="exact"/>
        </dgm:presLayoutVars>
      </dgm:prSet>
      <dgm:spPr/>
    </dgm:pt>
    <dgm:pt modelId="{20F3963F-3A6F-410A-AB25-06A289579AA1}" type="pres">
      <dgm:prSet presAssocID="{B105457D-5819-4D16-BA1E-24E125CCBBCE}" presName="composite" presStyleCnt="0"/>
      <dgm:spPr/>
    </dgm:pt>
    <dgm:pt modelId="{73FC7C9F-F8CF-4B39-9B52-5F72AEAFA523}" type="pres">
      <dgm:prSet presAssocID="{B105457D-5819-4D16-BA1E-24E125CCBBC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265D408-7B08-4405-A711-6839A909F360}" type="pres">
      <dgm:prSet presAssocID="{B105457D-5819-4D16-BA1E-24E125CCBBCE}" presName="desTx" presStyleLbl="alignAccFollowNode1" presStyleIdx="0" presStyleCnt="2">
        <dgm:presLayoutVars>
          <dgm:bulletEnabled val="1"/>
        </dgm:presLayoutVars>
      </dgm:prSet>
      <dgm:spPr/>
    </dgm:pt>
    <dgm:pt modelId="{5396BFB7-9969-4B50-B170-09EF52BC00ED}" type="pres">
      <dgm:prSet presAssocID="{23C9A436-0C28-440D-A46F-D263E290CFDA}" presName="space" presStyleCnt="0"/>
      <dgm:spPr/>
    </dgm:pt>
    <dgm:pt modelId="{97944E8A-2204-4787-9921-5BF9CBC0149F}" type="pres">
      <dgm:prSet presAssocID="{F5EB4752-92D3-4B0F-9009-B2521DF693A4}" presName="composite" presStyleCnt="0"/>
      <dgm:spPr/>
    </dgm:pt>
    <dgm:pt modelId="{C0B64D7B-2A50-4F2A-A6E1-A518FDCF5305}" type="pres">
      <dgm:prSet presAssocID="{F5EB4752-92D3-4B0F-9009-B2521DF693A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4584AB4-F9E9-48A3-8F46-77B7B6CED08D}" type="pres">
      <dgm:prSet presAssocID="{F5EB4752-92D3-4B0F-9009-B2521DF693A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FF2C602-62DF-4E92-9F10-F74D72D64417}" type="presOf" srcId="{78BE480A-424C-4D8A-93CB-DD7DC8891804}" destId="{24584AB4-F9E9-48A3-8F46-77B7B6CED08D}" srcOrd="0" destOrd="3" presId="urn:microsoft.com/office/officeart/2005/8/layout/hList1"/>
    <dgm:cxn modelId="{D8B90A0B-E141-4E28-AD45-F47C042E7E42}" type="presOf" srcId="{6FC99846-E52F-4883-A93A-46F4E70291D6}" destId="{24AEA10D-CE69-49C4-ABBE-643D3A86E30E}" srcOrd="0" destOrd="0" presId="urn:microsoft.com/office/officeart/2005/8/layout/hList1"/>
    <dgm:cxn modelId="{9B50260E-0F48-47EF-B5DE-40F0B8B4F7DE}" type="presOf" srcId="{72B75044-B2E4-49A9-80CF-CCD1F7EA9BD4}" destId="{D265D408-7B08-4405-A711-6839A909F360}" srcOrd="0" destOrd="2" presId="urn:microsoft.com/office/officeart/2005/8/layout/hList1"/>
    <dgm:cxn modelId="{F1038515-480A-431C-A880-91FF78B933E7}" srcId="{F5EB4752-92D3-4B0F-9009-B2521DF693A4}" destId="{78BE480A-424C-4D8A-93CB-DD7DC8891804}" srcOrd="3" destOrd="0" parTransId="{9074BCF0-EED2-4FFA-87B4-2124760E55E2}" sibTransId="{DF51F9DB-A87B-482C-B0CA-7250559723C2}"/>
    <dgm:cxn modelId="{0644D519-8644-436F-81A1-5E17B1E55597}" type="presOf" srcId="{338E44B9-FF60-4949-B6DE-577FE6246FF2}" destId="{24584AB4-F9E9-48A3-8F46-77B7B6CED08D}" srcOrd="0" destOrd="2" presId="urn:microsoft.com/office/officeart/2005/8/layout/hList1"/>
    <dgm:cxn modelId="{667D921A-71DD-4716-8E62-7691D6EF5E61}" srcId="{B105457D-5819-4D16-BA1E-24E125CCBBCE}" destId="{133B5647-4446-47DB-98F3-5475D3F2E9ED}" srcOrd="1" destOrd="0" parTransId="{CF2B9BB4-17FF-4B4B-B26C-F5CCA27A8AEC}" sibTransId="{B89B7339-D327-41A5-828B-3A875866D73F}"/>
    <dgm:cxn modelId="{851CFD23-A962-4AD1-87DC-46C87819CBD5}" type="presOf" srcId="{B105457D-5819-4D16-BA1E-24E125CCBBCE}" destId="{73FC7C9F-F8CF-4B39-9B52-5F72AEAFA523}" srcOrd="0" destOrd="0" presId="urn:microsoft.com/office/officeart/2005/8/layout/hList1"/>
    <dgm:cxn modelId="{3764625F-C582-4A47-A2A4-87328CFFA51C}" type="presOf" srcId="{DD3F7F1A-5711-460C-A8B1-E8AF073834E8}" destId="{D265D408-7B08-4405-A711-6839A909F360}" srcOrd="0" destOrd="3" presId="urn:microsoft.com/office/officeart/2005/8/layout/hList1"/>
    <dgm:cxn modelId="{F615B85F-9A28-4722-A027-E1FCBB013088}" type="presOf" srcId="{133B5647-4446-47DB-98F3-5475D3F2E9ED}" destId="{D265D408-7B08-4405-A711-6839A909F360}" srcOrd="0" destOrd="1" presId="urn:microsoft.com/office/officeart/2005/8/layout/hList1"/>
    <dgm:cxn modelId="{9B45C165-F2D6-416D-98BE-9337744B5A9E}" srcId="{F5EB4752-92D3-4B0F-9009-B2521DF693A4}" destId="{338E44B9-FF60-4949-B6DE-577FE6246FF2}" srcOrd="2" destOrd="0" parTransId="{D9D688E3-AED0-4F6B-83A7-48B5770C46D4}" sibTransId="{C7090293-E52C-4354-A3E0-B6D50232AFC3}"/>
    <dgm:cxn modelId="{439A9566-97B4-4D55-98B0-97F2FD866662}" srcId="{6FC99846-E52F-4883-A93A-46F4E70291D6}" destId="{B105457D-5819-4D16-BA1E-24E125CCBBCE}" srcOrd="0" destOrd="0" parTransId="{5AF2A617-4B31-4743-B45D-D5824A9F8799}" sibTransId="{23C9A436-0C28-440D-A46F-D263E290CFDA}"/>
    <dgm:cxn modelId="{35D09368-3064-4CB9-BD0E-768F3DB58EA2}" type="presOf" srcId="{E8C0FA02-69F5-424C-9904-6ED01A7AD6DD}" destId="{D265D408-7B08-4405-A711-6839A909F360}" srcOrd="0" destOrd="0" presId="urn:microsoft.com/office/officeart/2005/8/layout/hList1"/>
    <dgm:cxn modelId="{03C2D668-A4F9-432F-8742-226B06A8382D}" srcId="{6FC99846-E52F-4883-A93A-46F4E70291D6}" destId="{F5EB4752-92D3-4B0F-9009-B2521DF693A4}" srcOrd="1" destOrd="0" parTransId="{626D4952-3CE3-485E-90AF-3B6873E92181}" sibTransId="{3C3CFB7C-C235-4529-B075-CAD087FAEB75}"/>
    <dgm:cxn modelId="{151DD74D-A0C1-45F0-935A-070928AEC6DF}" srcId="{F5EB4752-92D3-4B0F-9009-B2521DF693A4}" destId="{64E80D95-A99E-47A6-9BBF-A2CEDBD07F37}" srcOrd="1" destOrd="0" parTransId="{31782DA5-FBAB-43BE-94AE-1DB43D3D4BE2}" sibTransId="{9B1EF62D-8C03-4661-A009-3EC4DE4535B7}"/>
    <dgm:cxn modelId="{E63AF473-CDB6-48C3-9F0C-3F977623A55B}" srcId="{B105457D-5819-4D16-BA1E-24E125CCBBCE}" destId="{DD3F7F1A-5711-460C-A8B1-E8AF073834E8}" srcOrd="3" destOrd="0" parTransId="{9500D66D-5D18-4157-BD2E-9534CC7498D9}" sibTransId="{E8D9AB6D-0D9D-4817-AD73-FD02FB57D65D}"/>
    <dgm:cxn modelId="{AF98627D-1F83-4D13-985A-607AD71E99CD}" type="presOf" srcId="{64E80D95-A99E-47A6-9BBF-A2CEDBD07F37}" destId="{24584AB4-F9E9-48A3-8F46-77B7B6CED08D}" srcOrd="0" destOrd="1" presId="urn:microsoft.com/office/officeart/2005/8/layout/hList1"/>
    <dgm:cxn modelId="{C48BEBA7-C235-40EE-9128-3064384467C1}" srcId="{B105457D-5819-4D16-BA1E-24E125CCBBCE}" destId="{75290A63-4212-4BCA-A9BD-7A3A27631AB0}" srcOrd="4" destOrd="0" parTransId="{D76C8FBB-0FC7-4A97-8D60-86B197A2724A}" sibTransId="{E46296FF-71B0-44AD-B490-F3AE468F96E3}"/>
    <dgm:cxn modelId="{C175EEAC-F0ED-41BA-BFD1-81F7020B083E}" type="presOf" srcId="{F5EB4752-92D3-4B0F-9009-B2521DF693A4}" destId="{C0B64D7B-2A50-4F2A-A6E1-A518FDCF5305}" srcOrd="0" destOrd="0" presId="urn:microsoft.com/office/officeart/2005/8/layout/hList1"/>
    <dgm:cxn modelId="{A72C55B5-94A9-493D-A49F-451324335532}" type="presOf" srcId="{75290A63-4212-4BCA-A9BD-7A3A27631AB0}" destId="{D265D408-7B08-4405-A711-6839A909F360}" srcOrd="0" destOrd="4" presId="urn:microsoft.com/office/officeart/2005/8/layout/hList1"/>
    <dgm:cxn modelId="{D7BA6CD5-F095-4976-B8C6-9AA6867152CF}" srcId="{B105457D-5819-4D16-BA1E-24E125CCBBCE}" destId="{E8C0FA02-69F5-424C-9904-6ED01A7AD6DD}" srcOrd="0" destOrd="0" parTransId="{E1560BC5-CDC7-48B1-8776-A59D0F379CAD}" sibTransId="{70962053-06A8-4672-89D4-CF06EB58E99E}"/>
    <dgm:cxn modelId="{FD4F05D8-5559-4721-B80A-4CD64C4593F7}" type="presOf" srcId="{1D1007D3-FD9B-4B50-B43D-0AD260230FED}" destId="{24584AB4-F9E9-48A3-8F46-77B7B6CED08D}" srcOrd="0" destOrd="0" presId="urn:microsoft.com/office/officeart/2005/8/layout/hList1"/>
    <dgm:cxn modelId="{A48974DA-3ABE-4393-85EC-8E8708C47028}" srcId="{F5EB4752-92D3-4B0F-9009-B2521DF693A4}" destId="{1D1007D3-FD9B-4B50-B43D-0AD260230FED}" srcOrd="0" destOrd="0" parTransId="{07D607DD-0578-47A2-B743-4263BBBE02DF}" sibTransId="{7081B30A-328B-4D41-91D2-586DAD478E3B}"/>
    <dgm:cxn modelId="{13A09AF1-8827-49E8-8AEC-43F32CA36B4C}" srcId="{B105457D-5819-4D16-BA1E-24E125CCBBCE}" destId="{72B75044-B2E4-49A9-80CF-CCD1F7EA9BD4}" srcOrd="2" destOrd="0" parTransId="{06BB4BDE-C1B4-44D6-A522-18AE86E5549C}" sibTransId="{9D776210-5440-44FC-8968-4712A3F1A0A1}"/>
    <dgm:cxn modelId="{9B7F573B-2EE5-4C46-A55E-D252C0A68EEE}" type="presParOf" srcId="{24AEA10D-CE69-49C4-ABBE-643D3A86E30E}" destId="{20F3963F-3A6F-410A-AB25-06A289579AA1}" srcOrd="0" destOrd="0" presId="urn:microsoft.com/office/officeart/2005/8/layout/hList1"/>
    <dgm:cxn modelId="{929BE459-C120-47B4-BC24-B3AF1BF208C1}" type="presParOf" srcId="{20F3963F-3A6F-410A-AB25-06A289579AA1}" destId="{73FC7C9F-F8CF-4B39-9B52-5F72AEAFA523}" srcOrd="0" destOrd="0" presId="urn:microsoft.com/office/officeart/2005/8/layout/hList1"/>
    <dgm:cxn modelId="{7D3141D0-E77B-441B-8A6B-95F6A5A4A0D9}" type="presParOf" srcId="{20F3963F-3A6F-410A-AB25-06A289579AA1}" destId="{D265D408-7B08-4405-A711-6839A909F360}" srcOrd="1" destOrd="0" presId="urn:microsoft.com/office/officeart/2005/8/layout/hList1"/>
    <dgm:cxn modelId="{43B1FC7E-9433-46FF-8E24-D39665849387}" type="presParOf" srcId="{24AEA10D-CE69-49C4-ABBE-643D3A86E30E}" destId="{5396BFB7-9969-4B50-B170-09EF52BC00ED}" srcOrd="1" destOrd="0" presId="urn:microsoft.com/office/officeart/2005/8/layout/hList1"/>
    <dgm:cxn modelId="{1A2BF85A-C9CA-4845-B8C9-0AA97D47CC86}" type="presParOf" srcId="{24AEA10D-CE69-49C4-ABBE-643D3A86E30E}" destId="{97944E8A-2204-4787-9921-5BF9CBC0149F}" srcOrd="2" destOrd="0" presId="urn:microsoft.com/office/officeart/2005/8/layout/hList1"/>
    <dgm:cxn modelId="{B2D99FDA-A6EE-429A-8DC4-73C8CAC47C52}" type="presParOf" srcId="{97944E8A-2204-4787-9921-5BF9CBC0149F}" destId="{C0B64D7B-2A50-4F2A-A6E1-A518FDCF5305}" srcOrd="0" destOrd="0" presId="urn:microsoft.com/office/officeart/2005/8/layout/hList1"/>
    <dgm:cxn modelId="{50B81900-9F7A-46A9-BFCE-C1BFF63055E7}" type="presParOf" srcId="{97944E8A-2204-4787-9921-5BF9CBC0149F}" destId="{24584AB4-F9E9-48A3-8F46-77B7B6CED08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B30D8D-FA0E-486F-B52F-C6DBD19FE393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7A29B0-4E7B-4425-ACF0-43D5F437E032}">
      <dgm:prSet/>
      <dgm:spPr/>
      <dgm:t>
        <a:bodyPr/>
        <a:lstStyle/>
        <a:p>
          <a:r>
            <a:rPr lang="en-US" b="1"/>
            <a:t>Crucial Addition: Liveness Detection (Anti-Spoofing)</a:t>
          </a:r>
          <a:endParaRPr lang="en-US"/>
        </a:p>
      </dgm:t>
    </dgm:pt>
    <dgm:pt modelId="{948878D2-36F3-40C2-BAE1-D3D4F7B52EB4}" type="parTrans" cxnId="{D6C96FB9-78F3-4529-97E7-F74C05D7821E}">
      <dgm:prSet/>
      <dgm:spPr/>
      <dgm:t>
        <a:bodyPr/>
        <a:lstStyle/>
        <a:p>
          <a:endParaRPr lang="en-US"/>
        </a:p>
      </dgm:t>
    </dgm:pt>
    <dgm:pt modelId="{95B345A4-5595-4C08-A5B5-1F0EABB31F5D}" type="sibTrans" cxnId="{D6C96FB9-78F3-4529-97E7-F74C05D7821E}">
      <dgm:prSet/>
      <dgm:spPr/>
      <dgm:t>
        <a:bodyPr/>
        <a:lstStyle/>
        <a:p>
          <a:endParaRPr lang="en-US"/>
        </a:p>
      </dgm:t>
    </dgm:pt>
    <dgm:pt modelId="{1EE81469-9158-4464-AE42-115AD4FD44F7}">
      <dgm:prSet/>
      <dgm:spPr/>
      <dgm:t>
        <a:bodyPr/>
        <a:lstStyle/>
        <a:p>
          <a:r>
            <a:rPr lang="en-US"/>
            <a:t>To prevent attacks using photos or videos, we will implement liveness checks.</a:t>
          </a:r>
        </a:p>
      </dgm:t>
    </dgm:pt>
    <dgm:pt modelId="{69BCC877-13FF-4719-A4C4-A38B9FCF692F}" type="parTrans" cxnId="{22BBCF42-CF79-42DA-964E-FC237EE1F871}">
      <dgm:prSet/>
      <dgm:spPr/>
      <dgm:t>
        <a:bodyPr/>
        <a:lstStyle/>
        <a:p>
          <a:endParaRPr lang="en-US"/>
        </a:p>
      </dgm:t>
    </dgm:pt>
    <dgm:pt modelId="{5FC33C47-D064-4C83-8ABF-B433D102A33C}" type="sibTrans" cxnId="{22BBCF42-CF79-42DA-964E-FC237EE1F871}">
      <dgm:prSet/>
      <dgm:spPr/>
      <dgm:t>
        <a:bodyPr/>
        <a:lstStyle/>
        <a:p>
          <a:endParaRPr lang="en-US"/>
        </a:p>
      </dgm:t>
    </dgm:pt>
    <dgm:pt modelId="{0D10DBC2-1AE0-42D7-BAE3-9822109CD777}">
      <dgm:prSet/>
      <dgm:spPr/>
      <dgm:t>
        <a:bodyPr/>
        <a:lstStyle/>
        <a:p>
          <a:r>
            <a:rPr lang="en-US" b="1"/>
            <a:t>Proposed Method:</a:t>
          </a:r>
          <a:r>
            <a:rPr lang="en-US"/>
            <a:t> An eye-blink detection algorithm will be used as a simple but effective initial check to ensure the subject is a live person.</a:t>
          </a:r>
        </a:p>
      </dgm:t>
    </dgm:pt>
    <dgm:pt modelId="{2BAF8C84-954E-4B79-BE35-47BE7024BA34}" type="parTrans" cxnId="{A5CB5738-2F5E-4A63-AC28-0F910B6C2503}">
      <dgm:prSet/>
      <dgm:spPr/>
      <dgm:t>
        <a:bodyPr/>
        <a:lstStyle/>
        <a:p>
          <a:endParaRPr lang="en-US"/>
        </a:p>
      </dgm:t>
    </dgm:pt>
    <dgm:pt modelId="{EF369E2A-7AA8-4D9C-92B3-B32578A692D7}" type="sibTrans" cxnId="{A5CB5738-2F5E-4A63-AC28-0F910B6C2503}">
      <dgm:prSet/>
      <dgm:spPr/>
      <dgm:t>
        <a:bodyPr/>
        <a:lstStyle/>
        <a:p>
          <a:endParaRPr lang="en-US"/>
        </a:p>
      </dgm:t>
    </dgm:pt>
    <dgm:pt modelId="{B012D041-0AEB-4BD1-ADBD-C74197E0891A}">
      <dgm:prSet/>
      <dgm:spPr/>
      <dgm:t>
        <a:bodyPr/>
        <a:lstStyle/>
        <a:p>
          <a:r>
            <a:rPr lang="en-US" b="1"/>
            <a:t>Hardware Development Strategy:</a:t>
          </a:r>
          <a:endParaRPr lang="en-US"/>
        </a:p>
      </dgm:t>
    </dgm:pt>
    <dgm:pt modelId="{E1D128D6-F15C-4BAD-A3BA-E981900AB698}" type="parTrans" cxnId="{6E252EAD-8F01-453D-B15E-ED74822F2337}">
      <dgm:prSet/>
      <dgm:spPr/>
      <dgm:t>
        <a:bodyPr/>
        <a:lstStyle/>
        <a:p>
          <a:endParaRPr lang="en-US"/>
        </a:p>
      </dgm:t>
    </dgm:pt>
    <dgm:pt modelId="{05F76DF0-2A1A-4E82-9297-0C5B54154A6A}" type="sibTrans" cxnId="{6E252EAD-8F01-453D-B15E-ED74822F2337}">
      <dgm:prSet/>
      <dgm:spPr/>
      <dgm:t>
        <a:bodyPr/>
        <a:lstStyle/>
        <a:p>
          <a:endParaRPr lang="en-US"/>
        </a:p>
      </dgm:t>
    </dgm:pt>
    <dgm:pt modelId="{D6AD4CA4-A9A8-4D00-84C6-5D524F5DF54C}">
      <dgm:prSet/>
      <dgm:spPr/>
      <dgm:t>
        <a:bodyPr/>
        <a:lstStyle/>
        <a:p>
          <a:r>
            <a:rPr lang="en-US" b="1"/>
            <a:t>Phase 1 (PC Development):</a:t>
          </a:r>
          <a:r>
            <a:rPr lang="en-US"/>
            <a:t> The entire system will be built and tested on a standard PC to ensure functionality.</a:t>
          </a:r>
        </a:p>
      </dgm:t>
    </dgm:pt>
    <dgm:pt modelId="{6F8C7CD3-3421-4239-9FB6-9C77AEC7D77E}" type="parTrans" cxnId="{A57ADE57-BD18-40E7-BFD1-9625F4B2A24E}">
      <dgm:prSet/>
      <dgm:spPr/>
      <dgm:t>
        <a:bodyPr/>
        <a:lstStyle/>
        <a:p>
          <a:endParaRPr lang="en-US"/>
        </a:p>
      </dgm:t>
    </dgm:pt>
    <dgm:pt modelId="{5870732B-9EF0-4559-8619-9A6BB3002AE4}" type="sibTrans" cxnId="{A57ADE57-BD18-40E7-BFD1-9625F4B2A24E}">
      <dgm:prSet/>
      <dgm:spPr/>
      <dgm:t>
        <a:bodyPr/>
        <a:lstStyle/>
        <a:p>
          <a:endParaRPr lang="en-US"/>
        </a:p>
      </dgm:t>
    </dgm:pt>
    <dgm:pt modelId="{D108A96B-184F-4B07-88EC-06E36960925D}">
      <dgm:prSet/>
      <dgm:spPr/>
      <dgm:t>
        <a:bodyPr/>
        <a:lstStyle/>
        <a:p>
          <a:r>
            <a:rPr lang="en-US" b="1"/>
            <a:t>Phase 2 (MVP Deployment):</a:t>
          </a:r>
          <a:r>
            <a:rPr lang="en-US"/>
            <a:t> We are exploring two primary cost-effective paths for the final product:</a:t>
          </a:r>
        </a:p>
      </dgm:t>
    </dgm:pt>
    <dgm:pt modelId="{32EA0397-60B9-4854-8903-01B57EC0FE23}" type="parTrans" cxnId="{25754A78-A712-4707-B65E-6DB0F645F58E}">
      <dgm:prSet/>
      <dgm:spPr/>
      <dgm:t>
        <a:bodyPr/>
        <a:lstStyle/>
        <a:p>
          <a:endParaRPr lang="en-US"/>
        </a:p>
      </dgm:t>
    </dgm:pt>
    <dgm:pt modelId="{9DF69B06-DFE5-4E24-8136-6119062BC2B4}" type="sibTrans" cxnId="{25754A78-A712-4707-B65E-6DB0F645F58E}">
      <dgm:prSet/>
      <dgm:spPr/>
      <dgm:t>
        <a:bodyPr/>
        <a:lstStyle/>
        <a:p>
          <a:endParaRPr lang="en-US"/>
        </a:p>
      </dgm:t>
    </dgm:pt>
    <dgm:pt modelId="{EC17B185-64D5-40BE-9D29-C8C9074F03BB}">
      <dgm:prSet/>
      <dgm:spPr/>
      <dgm:t>
        <a:bodyPr/>
        <a:lstStyle/>
        <a:p>
          <a:r>
            <a:rPr lang="en-US" b="1"/>
            <a:t>Option A (Preferred/Innovative):</a:t>
          </a:r>
          <a:r>
            <a:rPr lang="en-US"/>
            <a:t> Repurposing an older Android smartphone, leveraging its powerful ARM processor, camera, and microphone. This involves running our AI backend in a Linux environment on the phone (e.g., Termux).</a:t>
          </a:r>
        </a:p>
      </dgm:t>
    </dgm:pt>
    <dgm:pt modelId="{9633E92B-5296-4F82-96B4-72FE2399DE7A}" type="parTrans" cxnId="{D820EFCE-8AD3-48B7-B2CC-EB50F2B3D1EF}">
      <dgm:prSet/>
      <dgm:spPr/>
      <dgm:t>
        <a:bodyPr/>
        <a:lstStyle/>
        <a:p>
          <a:endParaRPr lang="en-US"/>
        </a:p>
      </dgm:t>
    </dgm:pt>
    <dgm:pt modelId="{B171F671-C517-4482-9F00-CC9E4C700081}" type="sibTrans" cxnId="{D820EFCE-8AD3-48B7-B2CC-EB50F2B3D1EF}">
      <dgm:prSet/>
      <dgm:spPr/>
      <dgm:t>
        <a:bodyPr/>
        <a:lstStyle/>
        <a:p>
          <a:endParaRPr lang="en-US"/>
        </a:p>
      </dgm:t>
    </dgm:pt>
    <dgm:pt modelId="{737F3554-46EE-459B-8359-721F73CC7F9F}">
      <dgm:prSet/>
      <dgm:spPr/>
      <dgm:t>
        <a:bodyPr/>
        <a:lstStyle/>
        <a:p>
          <a:r>
            <a:rPr lang="en-US" b="1"/>
            <a:t>Option B (Contingency):</a:t>
          </a:r>
          <a:r>
            <a:rPr lang="en-US"/>
            <a:t> Using a refurbished Mini-PC (e.g., Dell OptiPlex) as a stable and predictable alternative.</a:t>
          </a:r>
        </a:p>
      </dgm:t>
    </dgm:pt>
    <dgm:pt modelId="{F6C3A07A-4AAA-4028-B204-07D957C88A90}" type="parTrans" cxnId="{60EE2F37-B15D-42D4-A7BA-17A7AF1DC4AE}">
      <dgm:prSet/>
      <dgm:spPr/>
      <dgm:t>
        <a:bodyPr/>
        <a:lstStyle/>
        <a:p>
          <a:endParaRPr lang="en-US"/>
        </a:p>
      </dgm:t>
    </dgm:pt>
    <dgm:pt modelId="{F97E39AE-C127-4B94-93E0-B64F4730A54E}" type="sibTrans" cxnId="{60EE2F37-B15D-42D4-A7BA-17A7AF1DC4AE}">
      <dgm:prSet/>
      <dgm:spPr/>
      <dgm:t>
        <a:bodyPr/>
        <a:lstStyle/>
        <a:p>
          <a:endParaRPr lang="en-US"/>
        </a:p>
      </dgm:t>
    </dgm:pt>
    <dgm:pt modelId="{80DCD343-D73E-4BB2-9B88-E83BE2D0B1D3}" type="pres">
      <dgm:prSet presAssocID="{A0B30D8D-FA0E-486F-B52F-C6DBD19FE393}" presName="linear" presStyleCnt="0">
        <dgm:presLayoutVars>
          <dgm:dir/>
          <dgm:animLvl val="lvl"/>
          <dgm:resizeHandles val="exact"/>
        </dgm:presLayoutVars>
      </dgm:prSet>
      <dgm:spPr/>
    </dgm:pt>
    <dgm:pt modelId="{5D60CAD0-D50B-40BF-9E5C-F388261CEECB}" type="pres">
      <dgm:prSet presAssocID="{3A7A29B0-4E7B-4425-ACF0-43D5F437E032}" presName="parentLin" presStyleCnt="0"/>
      <dgm:spPr/>
    </dgm:pt>
    <dgm:pt modelId="{07CA4EED-87EC-4406-B22B-F3873648F8E5}" type="pres">
      <dgm:prSet presAssocID="{3A7A29B0-4E7B-4425-ACF0-43D5F437E032}" presName="parentLeftMargin" presStyleLbl="node1" presStyleIdx="0" presStyleCnt="2"/>
      <dgm:spPr/>
    </dgm:pt>
    <dgm:pt modelId="{A608A8B3-3509-46D2-BE16-D948667C9338}" type="pres">
      <dgm:prSet presAssocID="{3A7A29B0-4E7B-4425-ACF0-43D5F437E03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F5513D-53BD-4E06-B06C-1889FA7614C9}" type="pres">
      <dgm:prSet presAssocID="{3A7A29B0-4E7B-4425-ACF0-43D5F437E032}" presName="negativeSpace" presStyleCnt="0"/>
      <dgm:spPr/>
    </dgm:pt>
    <dgm:pt modelId="{E4869757-9A25-47FD-93DB-56780DB6CAF1}" type="pres">
      <dgm:prSet presAssocID="{3A7A29B0-4E7B-4425-ACF0-43D5F437E032}" presName="childText" presStyleLbl="conFgAcc1" presStyleIdx="0" presStyleCnt="2">
        <dgm:presLayoutVars>
          <dgm:bulletEnabled val="1"/>
        </dgm:presLayoutVars>
      </dgm:prSet>
      <dgm:spPr/>
    </dgm:pt>
    <dgm:pt modelId="{7360A379-BEE3-4149-BF12-B45EC5D85A1D}" type="pres">
      <dgm:prSet presAssocID="{95B345A4-5595-4C08-A5B5-1F0EABB31F5D}" presName="spaceBetweenRectangles" presStyleCnt="0"/>
      <dgm:spPr/>
    </dgm:pt>
    <dgm:pt modelId="{0D268D46-7727-4FB1-838C-13FF15F4528E}" type="pres">
      <dgm:prSet presAssocID="{B012D041-0AEB-4BD1-ADBD-C74197E0891A}" presName="parentLin" presStyleCnt="0"/>
      <dgm:spPr/>
    </dgm:pt>
    <dgm:pt modelId="{ACB8DF21-35E6-4978-91B2-6358E6B5FC89}" type="pres">
      <dgm:prSet presAssocID="{B012D041-0AEB-4BD1-ADBD-C74197E0891A}" presName="parentLeftMargin" presStyleLbl="node1" presStyleIdx="0" presStyleCnt="2"/>
      <dgm:spPr/>
    </dgm:pt>
    <dgm:pt modelId="{A0765122-735B-4C5A-81AB-632DFFFFF452}" type="pres">
      <dgm:prSet presAssocID="{B012D041-0AEB-4BD1-ADBD-C74197E0891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FF134C4-5F19-446F-90CE-4C4CBF9D20BF}" type="pres">
      <dgm:prSet presAssocID="{B012D041-0AEB-4BD1-ADBD-C74197E0891A}" presName="negativeSpace" presStyleCnt="0"/>
      <dgm:spPr/>
    </dgm:pt>
    <dgm:pt modelId="{0EE33F80-40A0-4F94-AB51-E0065E4E5D6C}" type="pres">
      <dgm:prSet presAssocID="{B012D041-0AEB-4BD1-ADBD-C74197E0891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E001B12-FBDE-48E4-9474-25B66B3CEFAD}" type="presOf" srcId="{A0B30D8D-FA0E-486F-B52F-C6DBD19FE393}" destId="{80DCD343-D73E-4BB2-9B88-E83BE2D0B1D3}" srcOrd="0" destOrd="0" presId="urn:microsoft.com/office/officeart/2005/8/layout/list1"/>
    <dgm:cxn modelId="{C439FA16-F30C-4D53-9606-24DD750FE136}" type="presOf" srcId="{737F3554-46EE-459B-8359-721F73CC7F9F}" destId="{0EE33F80-40A0-4F94-AB51-E0065E4E5D6C}" srcOrd="0" destOrd="3" presId="urn:microsoft.com/office/officeart/2005/8/layout/list1"/>
    <dgm:cxn modelId="{128F462D-5C3F-4964-B55D-D1904C2780CE}" type="presOf" srcId="{B012D041-0AEB-4BD1-ADBD-C74197E0891A}" destId="{ACB8DF21-35E6-4978-91B2-6358E6B5FC89}" srcOrd="0" destOrd="0" presId="urn:microsoft.com/office/officeart/2005/8/layout/list1"/>
    <dgm:cxn modelId="{EE34F436-09C4-47BB-A2FC-BE4DB69A4E58}" type="presOf" srcId="{1EE81469-9158-4464-AE42-115AD4FD44F7}" destId="{E4869757-9A25-47FD-93DB-56780DB6CAF1}" srcOrd="0" destOrd="0" presId="urn:microsoft.com/office/officeart/2005/8/layout/list1"/>
    <dgm:cxn modelId="{60EE2F37-B15D-42D4-A7BA-17A7AF1DC4AE}" srcId="{D108A96B-184F-4B07-88EC-06E36960925D}" destId="{737F3554-46EE-459B-8359-721F73CC7F9F}" srcOrd="1" destOrd="0" parTransId="{F6C3A07A-4AAA-4028-B204-07D957C88A90}" sibTransId="{F97E39AE-C127-4B94-93E0-B64F4730A54E}"/>
    <dgm:cxn modelId="{A5CB5738-2F5E-4A63-AC28-0F910B6C2503}" srcId="{3A7A29B0-4E7B-4425-ACF0-43D5F437E032}" destId="{0D10DBC2-1AE0-42D7-BAE3-9822109CD777}" srcOrd="1" destOrd="0" parTransId="{2BAF8C84-954E-4B79-BE35-47BE7024BA34}" sibTransId="{EF369E2A-7AA8-4D9C-92B3-B32578A692D7}"/>
    <dgm:cxn modelId="{22BBCF42-CF79-42DA-964E-FC237EE1F871}" srcId="{3A7A29B0-4E7B-4425-ACF0-43D5F437E032}" destId="{1EE81469-9158-4464-AE42-115AD4FD44F7}" srcOrd="0" destOrd="0" parTransId="{69BCC877-13FF-4719-A4C4-A38B9FCF692F}" sibTransId="{5FC33C47-D064-4C83-8ABF-B433D102A33C}"/>
    <dgm:cxn modelId="{3D479E4C-0255-4E95-9D4A-1CC730C6A6CE}" type="presOf" srcId="{B012D041-0AEB-4BD1-ADBD-C74197E0891A}" destId="{A0765122-735B-4C5A-81AB-632DFFFFF452}" srcOrd="1" destOrd="0" presId="urn:microsoft.com/office/officeart/2005/8/layout/list1"/>
    <dgm:cxn modelId="{1053C66E-7021-4085-9591-90C55D2BC91A}" type="presOf" srcId="{3A7A29B0-4E7B-4425-ACF0-43D5F437E032}" destId="{07CA4EED-87EC-4406-B22B-F3873648F8E5}" srcOrd="0" destOrd="0" presId="urn:microsoft.com/office/officeart/2005/8/layout/list1"/>
    <dgm:cxn modelId="{A57ADE57-BD18-40E7-BFD1-9625F4B2A24E}" srcId="{B012D041-0AEB-4BD1-ADBD-C74197E0891A}" destId="{D6AD4CA4-A9A8-4D00-84C6-5D524F5DF54C}" srcOrd="0" destOrd="0" parTransId="{6F8C7CD3-3421-4239-9FB6-9C77AEC7D77E}" sibTransId="{5870732B-9EF0-4559-8619-9A6BB3002AE4}"/>
    <dgm:cxn modelId="{1C0D0658-353D-4826-BD86-86533A5866BA}" type="presOf" srcId="{3A7A29B0-4E7B-4425-ACF0-43D5F437E032}" destId="{A608A8B3-3509-46D2-BE16-D948667C9338}" srcOrd="1" destOrd="0" presId="urn:microsoft.com/office/officeart/2005/8/layout/list1"/>
    <dgm:cxn modelId="{25754A78-A712-4707-B65E-6DB0F645F58E}" srcId="{B012D041-0AEB-4BD1-ADBD-C74197E0891A}" destId="{D108A96B-184F-4B07-88EC-06E36960925D}" srcOrd="1" destOrd="0" parTransId="{32EA0397-60B9-4854-8903-01B57EC0FE23}" sibTransId="{9DF69B06-DFE5-4E24-8136-6119062BC2B4}"/>
    <dgm:cxn modelId="{045D177F-69D9-4DEC-94A9-FEC36A578F56}" type="presOf" srcId="{0D10DBC2-1AE0-42D7-BAE3-9822109CD777}" destId="{E4869757-9A25-47FD-93DB-56780DB6CAF1}" srcOrd="0" destOrd="1" presId="urn:microsoft.com/office/officeart/2005/8/layout/list1"/>
    <dgm:cxn modelId="{6E252EAD-8F01-453D-B15E-ED74822F2337}" srcId="{A0B30D8D-FA0E-486F-B52F-C6DBD19FE393}" destId="{B012D041-0AEB-4BD1-ADBD-C74197E0891A}" srcOrd="1" destOrd="0" parTransId="{E1D128D6-F15C-4BAD-A3BA-E981900AB698}" sibTransId="{05F76DF0-2A1A-4E82-9297-0C5B54154A6A}"/>
    <dgm:cxn modelId="{C8AF33AD-C524-48A7-BED6-C8C56E2ADF34}" type="presOf" srcId="{EC17B185-64D5-40BE-9D29-C8C9074F03BB}" destId="{0EE33F80-40A0-4F94-AB51-E0065E4E5D6C}" srcOrd="0" destOrd="2" presId="urn:microsoft.com/office/officeart/2005/8/layout/list1"/>
    <dgm:cxn modelId="{BD5006B5-BDF6-41B4-9E06-8497C5BF7CA3}" type="presOf" srcId="{D6AD4CA4-A9A8-4D00-84C6-5D524F5DF54C}" destId="{0EE33F80-40A0-4F94-AB51-E0065E4E5D6C}" srcOrd="0" destOrd="0" presId="urn:microsoft.com/office/officeart/2005/8/layout/list1"/>
    <dgm:cxn modelId="{D6C96FB9-78F3-4529-97E7-F74C05D7821E}" srcId="{A0B30D8D-FA0E-486F-B52F-C6DBD19FE393}" destId="{3A7A29B0-4E7B-4425-ACF0-43D5F437E032}" srcOrd="0" destOrd="0" parTransId="{948878D2-36F3-40C2-BAE1-D3D4F7B52EB4}" sibTransId="{95B345A4-5595-4C08-A5B5-1F0EABB31F5D}"/>
    <dgm:cxn modelId="{D820EFCE-8AD3-48B7-B2CC-EB50F2B3D1EF}" srcId="{D108A96B-184F-4B07-88EC-06E36960925D}" destId="{EC17B185-64D5-40BE-9D29-C8C9074F03BB}" srcOrd="0" destOrd="0" parTransId="{9633E92B-5296-4F82-96B4-72FE2399DE7A}" sibTransId="{B171F671-C517-4482-9F00-CC9E4C700081}"/>
    <dgm:cxn modelId="{CCB72ED5-2492-4FFD-AB20-17ED44809CE9}" type="presOf" srcId="{D108A96B-184F-4B07-88EC-06E36960925D}" destId="{0EE33F80-40A0-4F94-AB51-E0065E4E5D6C}" srcOrd="0" destOrd="1" presId="urn:microsoft.com/office/officeart/2005/8/layout/list1"/>
    <dgm:cxn modelId="{01FBF344-6FA7-4A35-AC08-8FDF2CB3E135}" type="presParOf" srcId="{80DCD343-D73E-4BB2-9B88-E83BE2D0B1D3}" destId="{5D60CAD0-D50B-40BF-9E5C-F388261CEECB}" srcOrd="0" destOrd="0" presId="urn:microsoft.com/office/officeart/2005/8/layout/list1"/>
    <dgm:cxn modelId="{ED171EF9-DBB4-4307-B98B-B2FFDA311D54}" type="presParOf" srcId="{5D60CAD0-D50B-40BF-9E5C-F388261CEECB}" destId="{07CA4EED-87EC-4406-B22B-F3873648F8E5}" srcOrd="0" destOrd="0" presId="urn:microsoft.com/office/officeart/2005/8/layout/list1"/>
    <dgm:cxn modelId="{564F35E5-3CDD-4458-A1DF-2805B714FFE8}" type="presParOf" srcId="{5D60CAD0-D50B-40BF-9E5C-F388261CEECB}" destId="{A608A8B3-3509-46D2-BE16-D948667C9338}" srcOrd="1" destOrd="0" presId="urn:microsoft.com/office/officeart/2005/8/layout/list1"/>
    <dgm:cxn modelId="{6AE75FE2-BF1A-4CC0-A055-059FFB4C5721}" type="presParOf" srcId="{80DCD343-D73E-4BB2-9B88-E83BE2D0B1D3}" destId="{03F5513D-53BD-4E06-B06C-1889FA7614C9}" srcOrd="1" destOrd="0" presId="urn:microsoft.com/office/officeart/2005/8/layout/list1"/>
    <dgm:cxn modelId="{A4AD4733-D4AD-44AB-ACB9-49B5FEE1C182}" type="presParOf" srcId="{80DCD343-D73E-4BB2-9B88-E83BE2D0B1D3}" destId="{E4869757-9A25-47FD-93DB-56780DB6CAF1}" srcOrd="2" destOrd="0" presId="urn:microsoft.com/office/officeart/2005/8/layout/list1"/>
    <dgm:cxn modelId="{81EE9C50-A431-4882-94B8-2D57C5C5DAB9}" type="presParOf" srcId="{80DCD343-D73E-4BB2-9B88-E83BE2D0B1D3}" destId="{7360A379-BEE3-4149-BF12-B45EC5D85A1D}" srcOrd="3" destOrd="0" presId="urn:microsoft.com/office/officeart/2005/8/layout/list1"/>
    <dgm:cxn modelId="{91AA8022-8B8A-4F08-9CC4-66C9B15D7F19}" type="presParOf" srcId="{80DCD343-D73E-4BB2-9B88-E83BE2D0B1D3}" destId="{0D268D46-7727-4FB1-838C-13FF15F4528E}" srcOrd="4" destOrd="0" presId="urn:microsoft.com/office/officeart/2005/8/layout/list1"/>
    <dgm:cxn modelId="{C68EC3DE-BF05-4ADD-ABCE-97F18F83049C}" type="presParOf" srcId="{0D268D46-7727-4FB1-838C-13FF15F4528E}" destId="{ACB8DF21-35E6-4978-91B2-6358E6B5FC89}" srcOrd="0" destOrd="0" presId="urn:microsoft.com/office/officeart/2005/8/layout/list1"/>
    <dgm:cxn modelId="{6B57877F-95F4-4E76-B97E-9718E5F18573}" type="presParOf" srcId="{0D268D46-7727-4FB1-838C-13FF15F4528E}" destId="{A0765122-735B-4C5A-81AB-632DFFFFF452}" srcOrd="1" destOrd="0" presId="urn:microsoft.com/office/officeart/2005/8/layout/list1"/>
    <dgm:cxn modelId="{45E74C21-6E31-4C02-A941-6ABD7AADD583}" type="presParOf" srcId="{80DCD343-D73E-4BB2-9B88-E83BE2D0B1D3}" destId="{FFF134C4-5F19-446F-90CE-4C4CBF9D20BF}" srcOrd="5" destOrd="0" presId="urn:microsoft.com/office/officeart/2005/8/layout/list1"/>
    <dgm:cxn modelId="{79195C45-2377-43FB-8971-A150152CEFB1}" type="presParOf" srcId="{80DCD343-D73E-4BB2-9B88-E83BE2D0B1D3}" destId="{0EE33F80-40A0-4F94-AB51-E0065E4E5D6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B30D8D-FA0E-486F-B52F-C6DBD19FE393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DCD343-D73E-4BB2-9B88-E83BE2D0B1D3}" type="pres">
      <dgm:prSet presAssocID="{A0B30D8D-FA0E-486F-B52F-C6DBD19FE393}" presName="linear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9E001B12-FBDE-48E4-9474-25B66B3CEFAD}" type="presOf" srcId="{A0B30D8D-FA0E-486F-B52F-C6DBD19FE393}" destId="{80DCD343-D73E-4BB2-9B88-E83BE2D0B1D3}" srcOrd="0" destOrd="0" presId="urn:microsoft.com/office/officeart/2005/8/layout/list1"/>
  </dgm:cxnLst>
  <dgm:bg>
    <a:blipFill>
      <a:blip xmlns:r="http://schemas.openxmlformats.org/officeDocument/2006/relationships" r:embed="rId1" cstate="print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3DDC18B-A2E0-4B42-BE12-1D6A288129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A4EF6E-CF72-4C86-892A-3D68161483B0}">
      <dgm:prSet/>
      <dgm:spPr/>
      <dgm:t>
        <a:bodyPr/>
        <a:lstStyle/>
        <a:p>
          <a:r>
            <a:rPr lang="en-PK"/>
            <a:t>Ravanelli, M., et al. (2021). </a:t>
          </a:r>
          <a:r>
            <a:rPr lang="en-PK" i="1"/>
            <a:t>SpeechBrain: A General-Purpose Speech Toolkit.</a:t>
          </a:r>
          <a:r>
            <a:rPr lang="en-PK"/>
            <a:t> arXiv preprint arXiv:2106.04624.</a:t>
          </a:r>
          <a:endParaRPr lang="en-US"/>
        </a:p>
      </dgm:t>
    </dgm:pt>
    <dgm:pt modelId="{99328744-C104-45AC-A115-2764444D711E}" type="parTrans" cxnId="{D2693636-34BF-461F-A7D7-C6C4FC280141}">
      <dgm:prSet/>
      <dgm:spPr/>
      <dgm:t>
        <a:bodyPr/>
        <a:lstStyle/>
        <a:p>
          <a:endParaRPr lang="en-US"/>
        </a:p>
      </dgm:t>
    </dgm:pt>
    <dgm:pt modelId="{E61D9761-6B71-43EA-B68B-3F7709FC3ABA}" type="sibTrans" cxnId="{D2693636-34BF-461F-A7D7-C6C4FC280141}">
      <dgm:prSet/>
      <dgm:spPr/>
      <dgm:t>
        <a:bodyPr/>
        <a:lstStyle/>
        <a:p>
          <a:endParaRPr lang="en-US"/>
        </a:p>
      </dgm:t>
    </dgm:pt>
    <dgm:pt modelId="{87F40FA8-FED3-45E8-9A48-791ACCB0ABE2}">
      <dgm:prSet/>
      <dgm:spPr/>
      <dgm:t>
        <a:bodyPr/>
        <a:lstStyle/>
        <a:p>
          <a:r>
            <a:rPr lang="en-PK"/>
            <a:t>Desplanques, B., Thienpondt, J., &amp; Demuynck, K. (2020). </a:t>
          </a:r>
          <a:r>
            <a:rPr lang="en-PK" i="1"/>
            <a:t>ECAPA-TDNN: Emphasized Channel Attention, Propagation and Aggregation in TDNN Based Speaker Verification.</a:t>
          </a:r>
          <a:r>
            <a:rPr lang="en-PK"/>
            <a:t> IEEE International Conference on Acoustics, Speech and Signal Processing (ICASSP).</a:t>
          </a:r>
          <a:endParaRPr lang="en-US"/>
        </a:p>
      </dgm:t>
    </dgm:pt>
    <dgm:pt modelId="{2A2E0DDD-6C1F-46EA-9C18-992858883079}" type="parTrans" cxnId="{D3A731B1-0640-442D-8A41-69CE1FFB1946}">
      <dgm:prSet/>
      <dgm:spPr/>
      <dgm:t>
        <a:bodyPr/>
        <a:lstStyle/>
        <a:p>
          <a:endParaRPr lang="en-US"/>
        </a:p>
      </dgm:t>
    </dgm:pt>
    <dgm:pt modelId="{4B410AC6-E5E1-4602-AA2C-F6DBC5044053}" type="sibTrans" cxnId="{D3A731B1-0640-442D-8A41-69CE1FFB1946}">
      <dgm:prSet/>
      <dgm:spPr/>
      <dgm:t>
        <a:bodyPr/>
        <a:lstStyle/>
        <a:p>
          <a:endParaRPr lang="en-US"/>
        </a:p>
      </dgm:t>
    </dgm:pt>
    <dgm:pt modelId="{5EB84291-F9EB-45EE-B2F2-C1D480046684}">
      <dgm:prSet/>
      <dgm:spPr/>
      <dgm:t>
        <a:bodyPr/>
        <a:lstStyle/>
        <a:p>
          <a:r>
            <a:rPr lang="en-PK"/>
            <a:t>Snyder, D., Garcia-Romero, D., Sell, G., Povey, D., &amp; Khudanpur, S. (2018). </a:t>
          </a:r>
          <a:r>
            <a:rPr lang="en-PK" i="1"/>
            <a:t>X-vectors: Robust DNN embeddings for speaker recognition.</a:t>
          </a:r>
          <a:r>
            <a:rPr lang="en-PK"/>
            <a:t> IEEE International Conference on Acoustics, Speech and Signal Processing (ICASSP).</a:t>
          </a:r>
          <a:endParaRPr lang="en-US"/>
        </a:p>
      </dgm:t>
    </dgm:pt>
    <dgm:pt modelId="{8A4BEAD6-9A53-40BF-8160-B60164F0182F}" type="parTrans" cxnId="{8873729A-5264-4DE9-A1A0-3D6D56E2B776}">
      <dgm:prSet/>
      <dgm:spPr/>
      <dgm:t>
        <a:bodyPr/>
        <a:lstStyle/>
        <a:p>
          <a:endParaRPr lang="en-US"/>
        </a:p>
      </dgm:t>
    </dgm:pt>
    <dgm:pt modelId="{36960936-6B96-41CE-9BE1-92A32F5A8B83}" type="sibTrans" cxnId="{8873729A-5264-4DE9-A1A0-3D6D56E2B776}">
      <dgm:prSet/>
      <dgm:spPr/>
      <dgm:t>
        <a:bodyPr/>
        <a:lstStyle/>
        <a:p>
          <a:endParaRPr lang="en-US"/>
        </a:p>
      </dgm:t>
    </dgm:pt>
    <dgm:pt modelId="{0B1A43E1-796E-41B1-ADE9-C2A74AAC37BD}">
      <dgm:prSet/>
      <dgm:spPr/>
      <dgm:t>
        <a:bodyPr/>
        <a:lstStyle/>
        <a:p>
          <a:r>
            <a:rPr lang="en-PK"/>
            <a:t>Bazarevsky, V., Kartynnik, Y., et al. (2019). </a:t>
          </a:r>
          <a:r>
            <a:rPr lang="en-PK" i="1"/>
            <a:t>BlazeFace: Sub-millisecond Neural Face Detection on Mobile GPUs.</a:t>
          </a:r>
          <a:r>
            <a:rPr lang="en-PK"/>
            <a:t> arXiv preprint arXiv:1907.05047.</a:t>
          </a:r>
          <a:endParaRPr lang="en-US"/>
        </a:p>
      </dgm:t>
    </dgm:pt>
    <dgm:pt modelId="{72EC7B5A-2C63-4E62-8E5F-9B93EC2DD676}" type="parTrans" cxnId="{45B08E34-1DBD-4585-B98C-BC9EE847D155}">
      <dgm:prSet/>
      <dgm:spPr/>
      <dgm:t>
        <a:bodyPr/>
        <a:lstStyle/>
        <a:p>
          <a:endParaRPr lang="en-US"/>
        </a:p>
      </dgm:t>
    </dgm:pt>
    <dgm:pt modelId="{548914E3-5740-4A82-BEB5-C88BA7CFB637}" type="sibTrans" cxnId="{45B08E34-1DBD-4585-B98C-BC9EE847D155}">
      <dgm:prSet/>
      <dgm:spPr/>
      <dgm:t>
        <a:bodyPr/>
        <a:lstStyle/>
        <a:p>
          <a:endParaRPr lang="en-US"/>
        </a:p>
      </dgm:t>
    </dgm:pt>
    <dgm:pt modelId="{7C5B0142-05EE-4ACF-A43D-6EC5CA178D23}">
      <dgm:prSet/>
      <dgm:spPr/>
      <dgm:t>
        <a:bodyPr/>
        <a:lstStyle/>
        <a:p>
          <a:r>
            <a:rPr lang="en-PK"/>
            <a:t>Boutros, F., Damer, N., &amp; Kuijper, A. (2022). </a:t>
          </a:r>
          <a:r>
            <a:rPr lang="en-PK" i="1"/>
            <a:t>QuantFace: Towards Lightweight Face Recognition by Synthetic Data Low-bit Quantization.</a:t>
          </a:r>
          <a:r>
            <a:rPr lang="en-PK"/>
            <a:t> arXiv preprint arXiv:2206.10526.</a:t>
          </a:r>
          <a:endParaRPr lang="en-US"/>
        </a:p>
      </dgm:t>
    </dgm:pt>
    <dgm:pt modelId="{7394F002-087F-43EE-BECF-272209653E07}" type="parTrans" cxnId="{63F11C5E-58D3-459F-8C76-30DCBFD13191}">
      <dgm:prSet/>
      <dgm:spPr/>
      <dgm:t>
        <a:bodyPr/>
        <a:lstStyle/>
        <a:p>
          <a:endParaRPr lang="en-US"/>
        </a:p>
      </dgm:t>
    </dgm:pt>
    <dgm:pt modelId="{EEEEBD91-E97F-4EA3-BCE1-B65287BCF115}" type="sibTrans" cxnId="{63F11C5E-58D3-459F-8C76-30DCBFD13191}">
      <dgm:prSet/>
      <dgm:spPr/>
      <dgm:t>
        <a:bodyPr/>
        <a:lstStyle/>
        <a:p>
          <a:endParaRPr lang="en-US"/>
        </a:p>
      </dgm:t>
    </dgm:pt>
    <dgm:pt modelId="{2AB0B0EE-E77A-4658-9DFE-7214B1AB8926}" type="pres">
      <dgm:prSet presAssocID="{23DDC18B-A2E0-4B42-BE12-1D6A288129E6}" presName="linear" presStyleCnt="0">
        <dgm:presLayoutVars>
          <dgm:animLvl val="lvl"/>
          <dgm:resizeHandles val="exact"/>
        </dgm:presLayoutVars>
      </dgm:prSet>
      <dgm:spPr/>
    </dgm:pt>
    <dgm:pt modelId="{4E50AED9-76E7-494D-880E-4AB7E4889167}" type="pres">
      <dgm:prSet presAssocID="{D5A4EF6E-CF72-4C86-892A-3D68161483B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45C7C93-61C9-467F-BBBD-F0E96A3AE579}" type="pres">
      <dgm:prSet presAssocID="{E61D9761-6B71-43EA-B68B-3F7709FC3ABA}" presName="spacer" presStyleCnt="0"/>
      <dgm:spPr/>
    </dgm:pt>
    <dgm:pt modelId="{9C7BD69B-6881-4E93-B9D6-C4836DC37B39}" type="pres">
      <dgm:prSet presAssocID="{87F40FA8-FED3-45E8-9A48-791ACCB0ABE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B4A1A64-A390-43F4-AB21-D06744C8DC2B}" type="pres">
      <dgm:prSet presAssocID="{4B410AC6-E5E1-4602-AA2C-F6DBC5044053}" presName="spacer" presStyleCnt="0"/>
      <dgm:spPr/>
    </dgm:pt>
    <dgm:pt modelId="{370C7C02-863C-452D-851C-C67107B928CB}" type="pres">
      <dgm:prSet presAssocID="{5EB84291-F9EB-45EE-B2F2-C1D48004668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D43234F-86F5-4A19-A6CB-2122B1BABA6F}" type="pres">
      <dgm:prSet presAssocID="{36960936-6B96-41CE-9BE1-92A32F5A8B83}" presName="spacer" presStyleCnt="0"/>
      <dgm:spPr/>
    </dgm:pt>
    <dgm:pt modelId="{42701912-8B2D-46B0-B811-4704C8E4C59D}" type="pres">
      <dgm:prSet presAssocID="{0B1A43E1-796E-41B1-ADE9-C2A74AAC37B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BC81720-2DAF-4A7B-A7F8-62F074159346}" type="pres">
      <dgm:prSet presAssocID="{548914E3-5740-4A82-BEB5-C88BA7CFB637}" presName="spacer" presStyleCnt="0"/>
      <dgm:spPr/>
    </dgm:pt>
    <dgm:pt modelId="{4CAF4440-0B22-4CA1-AA42-076CE346C286}" type="pres">
      <dgm:prSet presAssocID="{7C5B0142-05EE-4ACF-A43D-6EC5CA178D2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6C1500E-76F9-40C2-A68A-30F0709D18BC}" type="presOf" srcId="{D5A4EF6E-CF72-4C86-892A-3D68161483B0}" destId="{4E50AED9-76E7-494D-880E-4AB7E4889167}" srcOrd="0" destOrd="0" presId="urn:microsoft.com/office/officeart/2005/8/layout/vList2"/>
    <dgm:cxn modelId="{090DEA2C-E45B-490B-AAFF-917C5EC69796}" type="presOf" srcId="{7C5B0142-05EE-4ACF-A43D-6EC5CA178D23}" destId="{4CAF4440-0B22-4CA1-AA42-076CE346C286}" srcOrd="0" destOrd="0" presId="urn:microsoft.com/office/officeart/2005/8/layout/vList2"/>
    <dgm:cxn modelId="{45B08E34-1DBD-4585-B98C-BC9EE847D155}" srcId="{23DDC18B-A2E0-4B42-BE12-1D6A288129E6}" destId="{0B1A43E1-796E-41B1-ADE9-C2A74AAC37BD}" srcOrd="3" destOrd="0" parTransId="{72EC7B5A-2C63-4E62-8E5F-9B93EC2DD676}" sibTransId="{548914E3-5740-4A82-BEB5-C88BA7CFB637}"/>
    <dgm:cxn modelId="{D2693636-34BF-461F-A7D7-C6C4FC280141}" srcId="{23DDC18B-A2E0-4B42-BE12-1D6A288129E6}" destId="{D5A4EF6E-CF72-4C86-892A-3D68161483B0}" srcOrd="0" destOrd="0" parTransId="{99328744-C104-45AC-A115-2764444D711E}" sibTransId="{E61D9761-6B71-43EA-B68B-3F7709FC3ABA}"/>
    <dgm:cxn modelId="{63F11C5E-58D3-459F-8C76-30DCBFD13191}" srcId="{23DDC18B-A2E0-4B42-BE12-1D6A288129E6}" destId="{7C5B0142-05EE-4ACF-A43D-6EC5CA178D23}" srcOrd="4" destOrd="0" parTransId="{7394F002-087F-43EE-BECF-272209653E07}" sibTransId="{EEEEBD91-E97F-4EA3-BCE1-B65287BCF115}"/>
    <dgm:cxn modelId="{163EC168-1BF2-4999-844F-836BE0BA2084}" type="presOf" srcId="{23DDC18B-A2E0-4B42-BE12-1D6A288129E6}" destId="{2AB0B0EE-E77A-4658-9DFE-7214B1AB8926}" srcOrd="0" destOrd="0" presId="urn:microsoft.com/office/officeart/2005/8/layout/vList2"/>
    <dgm:cxn modelId="{A0443C6A-924E-4D1B-80B7-E26DDF614DD7}" type="presOf" srcId="{5EB84291-F9EB-45EE-B2F2-C1D480046684}" destId="{370C7C02-863C-452D-851C-C67107B928CB}" srcOrd="0" destOrd="0" presId="urn:microsoft.com/office/officeart/2005/8/layout/vList2"/>
    <dgm:cxn modelId="{8873729A-5264-4DE9-A1A0-3D6D56E2B776}" srcId="{23DDC18B-A2E0-4B42-BE12-1D6A288129E6}" destId="{5EB84291-F9EB-45EE-B2F2-C1D480046684}" srcOrd="2" destOrd="0" parTransId="{8A4BEAD6-9A53-40BF-8160-B60164F0182F}" sibTransId="{36960936-6B96-41CE-9BE1-92A32F5A8B83}"/>
    <dgm:cxn modelId="{D3A731B1-0640-442D-8A41-69CE1FFB1946}" srcId="{23DDC18B-A2E0-4B42-BE12-1D6A288129E6}" destId="{87F40FA8-FED3-45E8-9A48-791ACCB0ABE2}" srcOrd="1" destOrd="0" parTransId="{2A2E0DDD-6C1F-46EA-9C18-992858883079}" sibTransId="{4B410AC6-E5E1-4602-AA2C-F6DBC5044053}"/>
    <dgm:cxn modelId="{01103FF5-73AC-48CA-8ACC-6E781237C918}" type="presOf" srcId="{0B1A43E1-796E-41B1-ADE9-C2A74AAC37BD}" destId="{42701912-8B2D-46B0-B811-4704C8E4C59D}" srcOrd="0" destOrd="0" presId="urn:microsoft.com/office/officeart/2005/8/layout/vList2"/>
    <dgm:cxn modelId="{205540FB-1B10-4F89-9EFD-4A18854C0C8E}" type="presOf" srcId="{87F40FA8-FED3-45E8-9A48-791ACCB0ABE2}" destId="{9C7BD69B-6881-4E93-B9D6-C4836DC37B39}" srcOrd="0" destOrd="0" presId="urn:microsoft.com/office/officeart/2005/8/layout/vList2"/>
    <dgm:cxn modelId="{0086449D-BE89-481E-BDEA-FAC803FFE29D}" type="presParOf" srcId="{2AB0B0EE-E77A-4658-9DFE-7214B1AB8926}" destId="{4E50AED9-76E7-494D-880E-4AB7E4889167}" srcOrd="0" destOrd="0" presId="urn:microsoft.com/office/officeart/2005/8/layout/vList2"/>
    <dgm:cxn modelId="{AEA8D543-4E9A-4DD4-B4F0-C1D1F5A438D4}" type="presParOf" srcId="{2AB0B0EE-E77A-4658-9DFE-7214B1AB8926}" destId="{C45C7C93-61C9-467F-BBBD-F0E96A3AE579}" srcOrd="1" destOrd="0" presId="urn:microsoft.com/office/officeart/2005/8/layout/vList2"/>
    <dgm:cxn modelId="{B8B2173D-B692-4820-ABBE-6F8DEAE100D3}" type="presParOf" srcId="{2AB0B0EE-E77A-4658-9DFE-7214B1AB8926}" destId="{9C7BD69B-6881-4E93-B9D6-C4836DC37B39}" srcOrd="2" destOrd="0" presId="urn:microsoft.com/office/officeart/2005/8/layout/vList2"/>
    <dgm:cxn modelId="{1DC0CA81-6232-4BA7-A5DE-223264E4B115}" type="presParOf" srcId="{2AB0B0EE-E77A-4658-9DFE-7214B1AB8926}" destId="{DB4A1A64-A390-43F4-AB21-D06744C8DC2B}" srcOrd="3" destOrd="0" presId="urn:microsoft.com/office/officeart/2005/8/layout/vList2"/>
    <dgm:cxn modelId="{DC8B3FA5-9A67-4275-9B23-F8BB313D6BC3}" type="presParOf" srcId="{2AB0B0EE-E77A-4658-9DFE-7214B1AB8926}" destId="{370C7C02-863C-452D-851C-C67107B928CB}" srcOrd="4" destOrd="0" presId="urn:microsoft.com/office/officeart/2005/8/layout/vList2"/>
    <dgm:cxn modelId="{61EA4786-CF89-40F3-A6EA-5C87B3632AC1}" type="presParOf" srcId="{2AB0B0EE-E77A-4658-9DFE-7214B1AB8926}" destId="{BD43234F-86F5-4A19-A6CB-2122B1BABA6F}" srcOrd="5" destOrd="0" presId="urn:microsoft.com/office/officeart/2005/8/layout/vList2"/>
    <dgm:cxn modelId="{1A9D1963-BFDD-4C95-9BA6-D1FE6264AB73}" type="presParOf" srcId="{2AB0B0EE-E77A-4658-9DFE-7214B1AB8926}" destId="{42701912-8B2D-46B0-B811-4704C8E4C59D}" srcOrd="6" destOrd="0" presId="urn:microsoft.com/office/officeart/2005/8/layout/vList2"/>
    <dgm:cxn modelId="{B0051FC4-CCE7-4BCF-9EFE-46EFD7C8F644}" type="presParOf" srcId="{2AB0B0EE-E77A-4658-9DFE-7214B1AB8926}" destId="{8BC81720-2DAF-4A7B-A7F8-62F074159346}" srcOrd="7" destOrd="0" presId="urn:microsoft.com/office/officeart/2005/8/layout/vList2"/>
    <dgm:cxn modelId="{4B2FF75A-945E-4C0B-B685-53D022659568}" type="presParOf" srcId="{2AB0B0EE-E77A-4658-9DFE-7214B1AB8926}" destId="{4CAF4440-0B22-4CA1-AA42-076CE346C28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FC78F18-5892-417B-B3F2-7FBA779EA17A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F5FB39-4A1C-49EB-ABFE-D5FF3A2BFC7E}">
      <dgm:prSet/>
      <dgm:spPr/>
      <dgm:t>
        <a:bodyPr/>
        <a:lstStyle/>
        <a:p>
          <a:r>
            <a:rPr lang="en-PK" b="0" i="0" baseline="0"/>
            <a:t>Gazali, W., Kho, J. M., Santoso, J., &amp; Williem. (2024). </a:t>
          </a:r>
          <a:r>
            <a:rPr lang="en-PK" b="0" i="1" baseline="0"/>
            <a:t>Ef-QuantFace: Streamlined Face Recognition with Small Data and Low-Bit Precision.</a:t>
          </a:r>
          <a:r>
            <a:rPr lang="en-PK" b="0" i="0" baseline="0"/>
            <a:t> arXiv preprint arXiv:2402.18163.</a:t>
          </a:r>
          <a:endParaRPr lang="en-US"/>
        </a:p>
      </dgm:t>
    </dgm:pt>
    <dgm:pt modelId="{AD70ACE9-CEE0-43B1-8C89-665F69900181}" type="parTrans" cxnId="{885B7040-074E-411F-BE22-F1D7EF748143}">
      <dgm:prSet/>
      <dgm:spPr/>
      <dgm:t>
        <a:bodyPr/>
        <a:lstStyle/>
        <a:p>
          <a:endParaRPr lang="en-US"/>
        </a:p>
      </dgm:t>
    </dgm:pt>
    <dgm:pt modelId="{1043A478-39E7-4086-8936-9684482C98F3}" type="sibTrans" cxnId="{885B7040-074E-411F-BE22-F1D7EF748143}">
      <dgm:prSet/>
      <dgm:spPr/>
      <dgm:t>
        <a:bodyPr/>
        <a:lstStyle/>
        <a:p>
          <a:endParaRPr lang="en-US"/>
        </a:p>
      </dgm:t>
    </dgm:pt>
    <dgm:pt modelId="{65C39988-EBC4-4AB3-A544-AC67C66F188D}">
      <dgm:prSet/>
      <dgm:spPr/>
      <dgm:t>
        <a:bodyPr/>
        <a:lstStyle/>
        <a:p>
          <a:r>
            <a:rPr lang="en-PK" b="0" i="0" baseline="0"/>
            <a:t>Bunda, S., Spreeuwers, L., &amp; Zeinstra, C. (2022). </a:t>
          </a:r>
          <a:r>
            <a:rPr lang="en-PK" b="0" i="1" baseline="0"/>
            <a:t>Sub-byte quantization of Mobile Face Recognition Convolutional Neural Networks.</a:t>
          </a:r>
          <a:r>
            <a:rPr lang="en-PK" b="0" i="0" baseline="0"/>
            <a:t> International Conference of the Biometrics Special Interest Group (BIOSIG).</a:t>
          </a:r>
          <a:endParaRPr lang="en-US"/>
        </a:p>
      </dgm:t>
    </dgm:pt>
    <dgm:pt modelId="{77633121-B2FB-499A-A755-9938FB806A0E}" type="parTrans" cxnId="{D572454E-F878-4EB2-A4D1-3A57001D1185}">
      <dgm:prSet/>
      <dgm:spPr/>
      <dgm:t>
        <a:bodyPr/>
        <a:lstStyle/>
        <a:p>
          <a:endParaRPr lang="en-US"/>
        </a:p>
      </dgm:t>
    </dgm:pt>
    <dgm:pt modelId="{897775E9-AB02-4CA0-A0B6-8EE9517C298E}" type="sibTrans" cxnId="{D572454E-F878-4EB2-A4D1-3A57001D1185}">
      <dgm:prSet/>
      <dgm:spPr/>
      <dgm:t>
        <a:bodyPr/>
        <a:lstStyle/>
        <a:p>
          <a:endParaRPr lang="en-US"/>
        </a:p>
      </dgm:t>
    </dgm:pt>
    <dgm:pt modelId="{1FC339C2-F98C-42B6-A931-AE59F1BD9791}">
      <dgm:prSet/>
      <dgm:spPr/>
      <dgm:t>
        <a:bodyPr/>
        <a:lstStyle/>
        <a:p>
          <a:r>
            <a:rPr lang="en-PK" b="0" i="0" baseline="0"/>
            <a:t>Froiz-Míguez, I., Fraga-Lamas, P., &amp; Fernández-Caramés, T. M. (2023). </a:t>
          </a:r>
          <a:r>
            <a:rPr lang="en-PK" b="0" i="1" baseline="0"/>
            <a:t>Design, Implementation, and Practical Evaluation of a Voice Recognition Based IoT Home Automation System for Low-Resource Languages and Resource-Constrained Edge IoT Devices.</a:t>
          </a:r>
          <a:r>
            <a:rPr lang="en-PK" b="0" i="0" baseline="0"/>
            <a:t> IEEE Access, 11, 63623–63647.</a:t>
          </a:r>
          <a:endParaRPr lang="en-US"/>
        </a:p>
      </dgm:t>
    </dgm:pt>
    <dgm:pt modelId="{B9C0B85D-8268-44B1-95FF-470542B94DFA}" type="parTrans" cxnId="{9988E9E3-BF2A-441D-90B4-0E303FF6E465}">
      <dgm:prSet/>
      <dgm:spPr/>
      <dgm:t>
        <a:bodyPr/>
        <a:lstStyle/>
        <a:p>
          <a:endParaRPr lang="en-US"/>
        </a:p>
      </dgm:t>
    </dgm:pt>
    <dgm:pt modelId="{BD61AF3A-2E10-4BED-A907-AED9EC65549E}" type="sibTrans" cxnId="{9988E9E3-BF2A-441D-90B4-0E303FF6E465}">
      <dgm:prSet/>
      <dgm:spPr/>
      <dgm:t>
        <a:bodyPr/>
        <a:lstStyle/>
        <a:p>
          <a:endParaRPr lang="en-US"/>
        </a:p>
      </dgm:t>
    </dgm:pt>
    <dgm:pt modelId="{CD8E2B02-AD72-4377-875A-C4150B1D7BDA}">
      <dgm:prSet/>
      <dgm:spPr/>
      <dgm:t>
        <a:bodyPr/>
        <a:lstStyle/>
        <a:p>
          <a:r>
            <a:rPr lang="en-PK" b="0" i="0" baseline="0"/>
            <a:t>Le, V.-H., Luc, N.-Q., &amp; Quach, D.-H. (2024). </a:t>
          </a:r>
          <a:r>
            <a:rPr lang="en-PK" b="0" i="1" baseline="0"/>
            <a:t>Developing a secure voice recognition service on Raspberry Pi.</a:t>
          </a:r>
          <a:r>
            <a:rPr lang="en-PK" b="0" i="0" baseline="0"/>
            <a:t> Bulletin of Electrical Engineering and Informatics, 13(5), 3544–3551.</a:t>
          </a:r>
          <a:endParaRPr lang="en-US"/>
        </a:p>
      </dgm:t>
    </dgm:pt>
    <dgm:pt modelId="{AA8A5DEF-9D8B-4F12-9068-02E8AC372DE5}" type="parTrans" cxnId="{60624DCE-ACF6-40DF-B673-A20813691054}">
      <dgm:prSet/>
      <dgm:spPr/>
      <dgm:t>
        <a:bodyPr/>
        <a:lstStyle/>
        <a:p>
          <a:endParaRPr lang="en-US"/>
        </a:p>
      </dgm:t>
    </dgm:pt>
    <dgm:pt modelId="{89BE1CFB-FA0B-4DD2-A165-992CFF2A573A}" type="sibTrans" cxnId="{60624DCE-ACF6-40DF-B673-A20813691054}">
      <dgm:prSet/>
      <dgm:spPr/>
      <dgm:t>
        <a:bodyPr/>
        <a:lstStyle/>
        <a:p>
          <a:endParaRPr lang="en-US"/>
        </a:p>
      </dgm:t>
    </dgm:pt>
    <dgm:pt modelId="{61E1DF66-B81B-485C-9D97-7303A2684EBC}" type="pres">
      <dgm:prSet presAssocID="{6FC78F18-5892-417B-B3F2-7FBA779EA17A}" presName="linear" presStyleCnt="0">
        <dgm:presLayoutVars>
          <dgm:animLvl val="lvl"/>
          <dgm:resizeHandles val="exact"/>
        </dgm:presLayoutVars>
      </dgm:prSet>
      <dgm:spPr/>
    </dgm:pt>
    <dgm:pt modelId="{5E3D0A6D-5AEA-49EC-A3DE-119E50E2B848}" type="pres">
      <dgm:prSet presAssocID="{0BF5FB39-4A1C-49EB-ABFE-D5FF3A2BFC7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5D7ED1B-72F3-4A96-BF4C-5B6E8327724F}" type="pres">
      <dgm:prSet presAssocID="{1043A478-39E7-4086-8936-9684482C98F3}" presName="spacer" presStyleCnt="0"/>
      <dgm:spPr/>
    </dgm:pt>
    <dgm:pt modelId="{5A367650-8892-4362-9021-1AD2977109EB}" type="pres">
      <dgm:prSet presAssocID="{65C39988-EBC4-4AB3-A544-AC67C66F18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2DB347-5EBE-4EB2-864F-99FD0D461A54}" type="pres">
      <dgm:prSet presAssocID="{897775E9-AB02-4CA0-A0B6-8EE9517C298E}" presName="spacer" presStyleCnt="0"/>
      <dgm:spPr/>
    </dgm:pt>
    <dgm:pt modelId="{B96192AA-529C-4237-86A7-953886ABC31F}" type="pres">
      <dgm:prSet presAssocID="{1FC339C2-F98C-42B6-A931-AE59F1BD97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26061C-0962-4251-BEB7-CE19EB78044C}" type="pres">
      <dgm:prSet presAssocID="{BD61AF3A-2E10-4BED-A907-AED9EC65549E}" presName="spacer" presStyleCnt="0"/>
      <dgm:spPr/>
    </dgm:pt>
    <dgm:pt modelId="{4B1DADAA-E83C-4D45-8D3B-C79EEF7760B5}" type="pres">
      <dgm:prSet presAssocID="{CD8E2B02-AD72-4377-875A-C4150B1D7BD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400602-D323-41F5-9B26-70CE71E13090}" type="presOf" srcId="{6FC78F18-5892-417B-B3F2-7FBA779EA17A}" destId="{61E1DF66-B81B-485C-9D97-7303A2684EBC}" srcOrd="0" destOrd="0" presId="urn:microsoft.com/office/officeart/2005/8/layout/vList2"/>
    <dgm:cxn modelId="{AF3EDF3E-B3C5-4FA8-8DFC-CFEEDC6D2720}" type="presOf" srcId="{0BF5FB39-4A1C-49EB-ABFE-D5FF3A2BFC7E}" destId="{5E3D0A6D-5AEA-49EC-A3DE-119E50E2B848}" srcOrd="0" destOrd="0" presId="urn:microsoft.com/office/officeart/2005/8/layout/vList2"/>
    <dgm:cxn modelId="{885B7040-074E-411F-BE22-F1D7EF748143}" srcId="{6FC78F18-5892-417B-B3F2-7FBA779EA17A}" destId="{0BF5FB39-4A1C-49EB-ABFE-D5FF3A2BFC7E}" srcOrd="0" destOrd="0" parTransId="{AD70ACE9-CEE0-43B1-8C89-665F69900181}" sibTransId="{1043A478-39E7-4086-8936-9684482C98F3}"/>
    <dgm:cxn modelId="{D572454E-F878-4EB2-A4D1-3A57001D1185}" srcId="{6FC78F18-5892-417B-B3F2-7FBA779EA17A}" destId="{65C39988-EBC4-4AB3-A544-AC67C66F188D}" srcOrd="1" destOrd="0" parTransId="{77633121-B2FB-499A-A755-9938FB806A0E}" sibTransId="{897775E9-AB02-4CA0-A0B6-8EE9517C298E}"/>
    <dgm:cxn modelId="{7B982294-D576-4143-B201-EACE4BE4CAA5}" type="presOf" srcId="{1FC339C2-F98C-42B6-A931-AE59F1BD9791}" destId="{B96192AA-529C-4237-86A7-953886ABC31F}" srcOrd="0" destOrd="0" presId="urn:microsoft.com/office/officeart/2005/8/layout/vList2"/>
    <dgm:cxn modelId="{E40553BA-E676-4935-AF01-5905D49328B5}" type="presOf" srcId="{CD8E2B02-AD72-4377-875A-C4150B1D7BDA}" destId="{4B1DADAA-E83C-4D45-8D3B-C79EEF7760B5}" srcOrd="0" destOrd="0" presId="urn:microsoft.com/office/officeart/2005/8/layout/vList2"/>
    <dgm:cxn modelId="{60624DCE-ACF6-40DF-B673-A20813691054}" srcId="{6FC78F18-5892-417B-B3F2-7FBA779EA17A}" destId="{CD8E2B02-AD72-4377-875A-C4150B1D7BDA}" srcOrd="3" destOrd="0" parTransId="{AA8A5DEF-9D8B-4F12-9068-02E8AC372DE5}" sibTransId="{89BE1CFB-FA0B-4DD2-A165-992CFF2A573A}"/>
    <dgm:cxn modelId="{96B04ADF-787E-45A2-A386-21C2A6E01F70}" type="presOf" srcId="{65C39988-EBC4-4AB3-A544-AC67C66F188D}" destId="{5A367650-8892-4362-9021-1AD2977109EB}" srcOrd="0" destOrd="0" presId="urn:microsoft.com/office/officeart/2005/8/layout/vList2"/>
    <dgm:cxn modelId="{9988E9E3-BF2A-441D-90B4-0E303FF6E465}" srcId="{6FC78F18-5892-417B-B3F2-7FBA779EA17A}" destId="{1FC339C2-F98C-42B6-A931-AE59F1BD9791}" srcOrd="2" destOrd="0" parTransId="{B9C0B85D-8268-44B1-95FF-470542B94DFA}" sibTransId="{BD61AF3A-2E10-4BED-A907-AED9EC65549E}"/>
    <dgm:cxn modelId="{AE5451B4-12C3-448F-99FA-BEBECE8B5EC0}" type="presParOf" srcId="{61E1DF66-B81B-485C-9D97-7303A2684EBC}" destId="{5E3D0A6D-5AEA-49EC-A3DE-119E50E2B848}" srcOrd="0" destOrd="0" presId="urn:microsoft.com/office/officeart/2005/8/layout/vList2"/>
    <dgm:cxn modelId="{F44B9CAC-9433-4DE4-8AF4-B70580E2D8CD}" type="presParOf" srcId="{61E1DF66-B81B-485C-9D97-7303A2684EBC}" destId="{55D7ED1B-72F3-4A96-BF4C-5B6E8327724F}" srcOrd="1" destOrd="0" presId="urn:microsoft.com/office/officeart/2005/8/layout/vList2"/>
    <dgm:cxn modelId="{9CC91309-6A9E-49DC-9EC1-03447B00E9E9}" type="presParOf" srcId="{61E1DF66-B81B-485C-9D97-7303A2684EBC}" destId="{5A367650-8892-4362-9021-1AD2977109EB}" srcOrd="2" destOrd="0" presId="urn:microsoft.com/office/officeart/2005/8/layout/vList2"/>
    <dgm:cxn modelId="{8020170D-78DE-4118-AF82-544830E8F6D5}" type="presParOf" srcId="{61E1DF66-B81B-485C-9D97-7303A2684EBC}" destId="{A42DB347-5EBE-4EB2-864F-99FD0D461A54}" srcOrd="3" destOrd="0" presId="urn:microsoft.com/office/officeart/2005/8/layout/vList2"/>
    <dgm:cxn modelId="{26C526B6-08F4-4D1B-ADA7-2FA3E684B023}" type="presParOf" srcId="{61E1DF66-B81B-485C-9D97-7303A2684EBC}" destId="{B96192AA-529C-4237-86A7-953886ABC31F}" srcOrd="4" destOrd="0" presId="urn:microsoft.com/office/officeart/2005/8/layout/vList2"/>
    <dgm:cxn modelId="{AFF821BB-FD66-40E9-8957-6CDAA68509BB}" type="presParOf" srcId="{61E1DF66-B81B-485C-9D97-7303A2684EBC}" destId="{8226061C-0962-4251-BEB7-CE19EB78044C}" srcOrd="5" destOrd="0" presId="urn:microsoft.com/office/officeart/2005/8/layout/vList2"/>
    <dgm:cxn modelId="{0B786CC6-8E3C-4EDF-B252-93D3590B5736}" type="presParOf" srcId="{61E1DF66-B81B-485C-9D97-7303A2684EBC}" destId="{4B1DADAA-E83C-4D45-8D3B-C79EEF7760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BE49781-D0F4-4920-8B29-66C3AEEBA808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C57DCCF-8914-4B7A-9545-F0358FF82081}">
      <dgm:prSet/>
      <dgm:spPr/>
      <dgm:t>
        <a:bodyPr/>
        <a:lstStyle/>
        <a:p>
          <a:r>
            <a:rPr lang="en-US"/>
            <a:t>The departmental authority figure provided the following strategic directives during our formal consultation:</a:t>
          </a:r>
        </a:p>
      </dgm:t>
    </dgm:pt>
    <dgm:pt modelId="{DBC9B4AC-19FC-49E1-95E1-A5169CE15569}" type="parTrans" cxnId="{91EFACFE-CDB2-428C-B30E-363EBD0B559C}">
      <dgm:prSet/>
      <dgm:spPr/>
      <dgm:t>
        <a:bodyPr/>
        <a:lstStyle/>
        <a:p>
          <a:endParaRPr lang="en-US"/>
        </a:p>
      </dgm:t>
    </dgm:pt>
    <dgm:pt modelId="{046D5D8B-C2C4-4E7C-9836-D941F7A04D29}" type="sibTrans" cxnId="{91EFACFE-CDB2-428C-B30E-363EBD0B559C}">
      <dgm:prSet/>
      <dgm:spPr/>
      <dgm:t>
        <a:bodyPr/>
        <a:lstStyle/>
        <a:p>
          <a:endParaRPr lang="en-US"/>
        </a:p>
      </dgm:t>
    </dgm:pt>
    <dgm:pt modelId="{3A708B70-04B1-4923-A1F2-58D22F39A616}">
      <dgm:prSet/>
      <dgm:spPr/>
      <dgm:t>
        <a:bodyPr/>
        <a:lstStyle/>
        <a:p>
          <a:r>
            <a:rPr lang="en-US"/>
            <a:t>Implementation of a structured project methodology framework is recommended (utilizing either iterative development approaches or sequential phase-based models)</a:t>
          </a:r>
        </a:p>
      </dgm:t>
    </dgm:pt>
    <dgm:pt modelId="{45C81980-9C9A-4BA4-8759-C4A6DFDCBB28}" type="parTrans" cxnId="{31236468-F424-42CF-8B29-30C4F271B717}">
      <dgm:prSet/>
      <dgm:spPr/>
      <dgm:t>
        <a:bodyPr/>
        <a:lstStyle/>
        <a:p>
          <a:endParaRPr lang="en-US"/>
        </a:p>
      </dgm:t>
    </dgm:pt>
    <dgm:pt modelId="{DEF89EF9-4F11-462A-9055-008F567612EF}" type="sibTrans" cxnId="{31236468-F424-42CF-8B29-30C4F271B717}">
      <dgm:prSet/>
      <dgm:spPr/>
      <dgm:t>
        <a:bodyPr/>
        <a:lstStyle/>
        <a:p>
          <a:endParaRPr lang="en-US"/>
        </a:p>
      </dgm:t>
    </dgm:pt>
    <dgm:pt modelId="{A5E38E9D-BF9B-4D53-9B5D-55F38A82F107}">
      <dgm:prSet/>
      <dgm:spPr/>
      <dgm:t>
        <a:bodyPr/>
        <a:lstStyle/>
        <a:p>
          <a:r>
            <a:rPr lang="en-US" dirty="0"/>
            <a:t>Regular progress evaluation sessions are mandated on a seven-day cyclical basis to ensure quality assurance and continuous improvement protocols</a:t>
          </a:r>
        </a:p>
      </dgm:t>
    </dgm:pt>
    <dgm:pt modelId="{C109BD17-E0D7-4707-93AC-A5A44B2A103D}" type="parTrans" cxnId="{2FDAB674-631A-4450-9423-B2881D0D75E4}">
      <dgm:prSet/>
      <dgm:spPr/>
      <dgm:t>
        <a:bodyPr/>
        <a:lstStyle/>
        <a:p>
          <a:endParaRPr lang="en-US"/>
        </a:p>
      </dgm:t>
    </dgm:pt>
    <dgm:pt modelId="{671BC58F-79B5-4F3D-A944-8CA036C404BD}" type="sibTrans" cxnId="{2FDAB674-631A-4450-9423-B2881D0D75E4}">
      <dgm:prSet/>
      <dgm:spPr/>
      <dgm:t>
        <a:bodyPr/>
        <a:lstStyle/>
        <a:p>
          <a:endParaRPr lang="en-US"/>
        </a:p>
      </dgm:t>
    </dgm:pt>
    <dgm:pt modelId="{347841A3-0658-4D64-9B57-60189256F2D0}" type="pres">
      <dgm:prSet presAssocID="{1BE49781-D0F4-4920-8B29-66C3AEEBA808}" presName="vert0" presStyleCnt="0">
        <dgm:presLayoutVars>
          <dgm:dir/>
          <dgm:animOne val="branch"/>
          <dgm:animLvl val="lvl"/>
        </dgm:presLayoutVars>
      </dgm:prSet>
      <dgm:spPr/>
    </dgm:pt>
    <dgm:pt modelId="{57DA3887-0B62-4FF0-8630-9138F0BC3409}" type="pres">
      <dgm:prSet presAssocID="{7C57DCCF-8914-4B7A-9545-F0358FF82081}" presName="thickLine" presStyleLbl="alignNode1" presStyleIdx="0" presStyleCnt="3"/>
      <dgm:spPr/>
    </dgm:pt>
    <dgm:pt modelId="{DF5EED80-84FC-4856-84DF-9A26DA56486A}" type="pres">
      <dgm:prSet presAssocID="{7C57DCCF-8914-4B7A-9545-F0358FF82081}" presName="horz1" presStyleCnt="0"/>
      <dgm:spPr/>
    </dgm:pt>
    <dgm:pt modelId="{97C97DD6-BC28-4080-BBA0-4FDC07297FBA}" type="pres">
      <dgm:prSet presAssocID="{7C57DCCF-8914-4B7A-9545-F0358FF82081}" presName="tx1" presStyleLbl="revTx" presStyleIdx="0" presStyleCnt="3"/>
      <dgm:spPr/>
    </dgm:pt>
    <dgm:pt modelId="{9D74C321-604B-4BD6-88A7-0AD4B1E5C877}" type="pres">
      <dgm:prSet presAssocID="{7C57DCCF-8914-4B7A-9545-F0358FF82081}" presName="vert1" presStyleCnt="0"/>
      <dgm:spPr/>
    </dgm:pt>
    <dgm:pt modelId="{78DDC45F-8179-459B-8780-BD2941367A02}" type="pres">
      <dgm:prSet presAssocID="{3A708B70-04B1-4923-A1F2-58D22F39A616}" presName="thickLine" presStyleLbl="alignNode1" presStyleIdx="1" presStyleCnt="3"/>
      <dgm:spPr/>
    </dgm:pt>
    <dgm:pt modelId="{C7CD1D57-9BDA-4038-8EC4-F4948DE05E8B}" type="pres">
      <dgm:prSet presAssocID="{3A708B70-04B1-4923-A1F2-58D22F39A616}" presName="horz1" presStyleCnt="0"/>
      <dgm:spPr/>
    </dgm:pt>
    <dgm:pt modelId="{6DB465C6-A110-49BB-9119-ED3C63A8C5EC}" type="pres">
      <dgm:prSet presAssocID="{3A708B70-04B1-4923-A1F2-58D22F39A616}" presName="tx1" presStyleLbl="revTx" presStyleIdx="1" presStyleCnt="3"/>
      <dgm:spPr/>
    </dgm:pt>
    <dgm:pt modelId="{B2719E3C-25B5-4F4A-AEB3-51279553AF7F}" type="pres">
      <dgm:prSet presAssocID="{3A708B70-04B1-4923-A1F2-58D22F39A616}" presName="vert1" presStyleCnt="0"/>
      <dgm:spPr/>
    </dgm:pt>
    <dgm:pt modelId="{B50A8E77-5B49-43AF-8858-CF7FE79099D1}" type="pres">
      <dgm:prSet presAssocID="{A5E38E9D-BF9B-4D53-9B5D-55F38A82F107}" presName="thickLine" presStyleLbl="alignNode1" presStyleIdx="2" presStyleCnt="3"/>
      <dgm:spPr/>
    </dgm:pt>
    <dgm:pt modelId="{8CF08EC7-1255-4493-90A8-04CDC00BB10A}" type="pres">
      <dgm:prSet presAssocID="{A5E38E9D-BF9B-4D53-9B5D-55F38A82F107}" presName="horz1" presStyleCnt="0"/>
      <dgm:spPr/>
    </dgm:pt>
    <dgm:pt modelId="{62D018CE-42B8-4C8A-8738-E1460EDA46F2}" type="pres">
      <dgm:prSet presAssocID="{A5E38E9D-BF9B-4D53-9B5D-55F38A82F107}" presName="tx1" presStyleLbl="revTx" presStyleIdx="2" presStyleCnt="3"/>
      <dgm:spPr/>
    </dgm:pt>
    <dgm:pt modelId="{CC195A87-30DE-4A82-9AAD-A13A6F99AFF5}" type="pres">
      <dgm:prSet presAssocID="{A5E38E9D-BF9B-4D53-9B5D-55F38A82F107}" presName="vert1" presStyleCnt="0"/>
      <dgm:spPr/>
    </dgm:pt>
  </dgm:ptLst>
  <dgm:cxnLst>
    <dgm:cxn modelId="{527CDB1C-9D08-4F4D-AE40-DC8E7BCFAD1E}" type="presOf" srcId="{7C57DCCF-8914-4B7A-9545-F0358FF82081}" destId="{97C97DD6-BC28-4080-BBA0-4FDC07297FBA}" srcOrd="0" destOrd="0" presId="urn:microsoft.com/office/officeart/2008/layout/LinedList"/>
    <dgm:cxn modelId="{B1C16C2A-F301-44F7-A3FD-A126C33502C6}" type="presOf" srcId="{3A708B70-04B1-4923-A1F2-58D22F39A616}" destId="{6DB465C6-A110-49BB-9119-ED3C63A8C5EC}" srcOrd="0" destOrd="0" presId="urn:microsoft.com/office/officeart/2008/layout/LinedList"/>
    <dgm:cxn modelId="{EBCFD764-73E1-4D47-98F9-905D60332141}" type="presOf" srcId="{1BE49781-D0F4-4920-8B29-66C3AEEBA808}" destId="{347841A3-0658-4D64-9B57-60189256F2D0}" srcOrd="0" destOrd="0" presId="urn:microsoft.com/office/officeart/2008/layout/LinedList"/>
    <dgm:cxn modelId="{31236468-F424-42CF-8B29-30C4F271B717}" srcId="{1BE49781-D0F4-4920-8B29-66C3AEEBA808}" destId="{3A708B70-04B1-4923-A1F2-58D22F39A616}" srcOrd="1" destOrd="0" parTransId="{45C81980-9C9A-4BA4-8759-C4A6DFDCBB28}" sibTransId="{DEF89EF9-4F11-462A-9055-008F567612EF}"/>
    <dgm:cxn modelId="{2FDAB674-631A-4450-9423-B2881D0D75E4}" srcId="{1BE49781-D0F4-4920-8B29-66C3AEEBA808}" destId="{A5E38E9D-BF9B-4D53-9B5D-55F38A82F107}" srcOrd="2" destOrd="0" parTransId="{C109BD17-E0D7-4707-93AC-A5A44B2A103D}" sibTransId="{671BC58F-79B5-4F3D-A944-8CA036C404BD}"/>
    <dgm:cxn modelId="{7E0D1CC6-1D5B-45DB-8335-517E36FC91CD}" type="presOf" srcId="{A5E38E9D-BF9B-4D53-9B5D-55F38A82F107}" destId="{62D018CE-42B8-4C8A-8738-E1460EDA46F2}" srcOrd="0" destOrd="0" presId="urn:microsoft.com/office/officeart/2008/layout/LinedList"/>
    <dgm:cxn modelId="{91EFACFE-CDB2-428C-B30E-363EBD0B559C}" srcId="{1BE49781-D0F4-4920-8B29-66C3AEEBA808}" destId="{7C57DCCF-8914-4B7A-9545-F0358FF82081}" srcOrd="0" destOrd="0" parTransId="{DBC9B4AC-19FC-49E1-95E1-A5169CE15569}" sibTransId="{046D5D8B-C2C4-4E7C-9836-D941F7A04D29}"/>
    <dgm:cxn modelId="{B455BC10-59E1-4D09-9767-BF9C1CB12A2B}" type="presParOf" srcId="{347841A3-0658-4D64-9B57-60189256F2D0}" destId="{57DA3887-0B62-4FF0-8630-9138F0BC3409}" srcOrd="0" destOrd="0" presId="urn:microsoft.com/office/officeart/2008/layout/LinedList"/>
    <dgm:cxn modelId="{FCA0040F-0926-4C4C-83FD-DA388835CE0B}" type="presParOf" srcId="{347841A3-0658-4D64-9B57-60189256F2D0}" destId="{DF5EED80-84FC-4856-84DF-9A26DA56486A}" srcOrd="1" destOrd="0" presId="urn:microsoft.com/office/officeart/2008/layout/LinedList"/>
    <dgm:cxn modelId="{E19E9C61-3239-4BA6-A999-C1145FDCC8A1}" type="presParOf" srcId="{DF5EED80-84FC-4856-84DF-9A26DA56486A}" destId="{97C97DD6-BC28-4080-BBA0-4FDC07297FBA}" srcOrd="0" destOrd="0" presId="urn:microsoft.com/office/officeart/2008/layout/LinedList"/>
    <dgm:cxn modelId="{6FDDC4CE-D02C-4A1E-8C88-13CD767193CC}" type="presParOf" srcId="{DF5EED80-84FC-4856-84DF-9A26DA56486A}" destId="{9D74C321-604B-4BD6-88A7-0AD4B1E5C877}" srcOrd="1" destOrd="0" presId="urn:microsoft.com/office/officeart/2008/layout/LinedList"/>
    <dgm:cxn modelId="{95E1E2A6-91D6-4F5D-BEE5-638CA189E95B}" type="presParOf" srcId="{347841A3-0658-4D64-9B57-60189256F2D0}" destId="{78DDC45F-8179-459B-8780-BD2941367A02}" srcOrd="2" destOrd="0" presId="urn:microsoft.com/office/officeart/2008/layout/LinedList"/>
    <dgm:cxn modelId="{6BA81980-CDC4-44D1-963B-B7082494CF4A}" type="presParOf" srcId="{347841A3-0658-4D64-9B57-60189256F2D0}" destId="{C7CD1D57-9BDA-4038-8EC4-F4948DE05E8B}" srcOrd="3" destOrd="0" presId="urn:microsoft.com/office/officeart/2008/layout/LinedList"/>
    <dgm:cxn modelId="{2C695556-0FC3-4E1E-A608-ED59787C6936}" type="presParOf" srcId="{C7CD1D57-9BDA-4038-8EC4-F4948DE05E8B}" destId="{6DB465C6-A110-49BB-9119-ED3C63A8C5EC}" srcOrd="0" destOrd="0" presId="urn:microsoft.com/office/officeart/2008/layout/LinedList"/>
    <dgm:cxn modelId="{39AFA8B8-7E3A-4013-BCC6-A99EF69C1EAD}" type="presParOf" srcId="{C7CD1D57-9BDA-4038-8EC4-F4948DE05E8B}" destId="{B2719E3C-25B5-4F4A-AEB3-51279553AF7F}" srcOrd="1" destOrd="0" presId="urn:microsoft.com/office/officeart/2008/layout/LinedList"/>
    <dgm:cxn modelId="{F1FC3C11-C3ED-48B5-8B30-7D5CB7F9ECB6}" type="presParOf" srcId="{347841A3-0658-4D64-9B57-60189256F2D0}" destId="{B50A8E77-5B49-43AF-8858-CF7FE79099D1}" srcOrd="4" destOrd="0" presId="urn:microsoft.com/office/officeart/2008/layout/LinedList"/>
    <dgm:cxn modelId="{40655BC3-676E-4022-A586-18D650177F03}" type="presParOf" srcId="{347841A3-0658-4D64-9B57-60189256F2D0}" destId="{8CF08EC7-1255-4493-90A8-04CDC00BB10A}" srcOrd="5" destOrd="0" presId="urn:microsoft.com/office/officeart/2008/layout/LinedList"/>
    <dgm:cxn modelId="{2B060C44-D64C-4052-9E19-CD5D37030195}" type="presParOf" srcId="{8CF08EC7-1255-4493-90A8-04CDC00BB10A}" destId="{62D018CE-42B8-4C8A-8738-E1460EDA46F2}" srcOrd="0" destOrd="0" presId="urn:microsoft.com/office/officeart/2008/layout/LinedList"/>
    <dgm:cxn modelId="{4B0FA617-1282-4274-BF3A-2C158BC789AF}" type="presParOf" srcId="{8CF08EC7-1255-4493-90A8-04CDC00BB10A}" destId="{CC195A87-30DE-4A82-9AAD-A13A6F99AF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B328D-26E6-4B3A-8F65-02488927D9FA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0B997-081F-41EF-9855-9B6C23572E1C}">
      <dsp:nvSpPr>
        <dsp:cNvPr id="0" name=""/>
        <dsp:cNvSpPr/>
      </dsp:nvSpPr>
      <dsp:spPr>
        <a:xfrm>
          <a:off x="0" y="2209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Dual Challenge of Modern Authentication:</a:t>
          </a:r>
        </a:p>
      </dsp:txBody>
      <dsp:txXfrm>
        <a:off x="0" y="2209"/>
        <a:ext cx="8229600" cy="753590"/>
      </dsp:txXfrm>
    </dsp:sp>
    <dsp:sp modelId="{D48396C8-BE3A-466D-82DA-D8FAD80D95BA}">
      <dsp:nvSpPr>
        <dsp:cNvPr id="0" name=""/>
        <dsp:cNvSpPr/>
      </dsp:nvSpPr>
      <dsp:spPr>
        <a:xfrm>
          <a:off x="0" y="755800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11A43-1A00-4780-81BD-B1F43BFE7AC1}">
      <dsp:nvSpPr>
        <dsp:cNvPr id="0" name=""/>
        <dsp:cNvSpPr/>
      </dsp:nvSpPr>
      <dsp:spPr>
        <a:xfrm>
          <a:off x="0" y="755800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The Crisis in Digital &amp; Physical Trust:</a:t>
          </a:r>
        </a:p>
      </dsp:txBody>
      <dsp:txXfrm>
        <a:off x="0" y="755800"/>
        <a:ext cx="8229600" cy="753590"/>
      </dsp:txXfrm>
    </dsp:sp>
    <dsp:sp modelId="{FEA715CE-7053-442E-99CC-6B4C53C29AFF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A8FE3-B354-4A12-B439-AE095B3F4D4E}">
      <dsp:nvSpPr>
        <dsp:cNvPr id="0" name=""/>
        <dsp:cNvSpPr/>
      </dsp:nvSpPr>
      <dsp:spPr>
        <a:xfrm>
          <a:off x="0" y="1509390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Systemic Vulnerabilities: Traditional credentials like passwords and PINs are fundamentally broken, consistently compromised by data breaches and sophisticated phishing attacks</a:t>
          </a:r>
        </a:p>
      </dsp:txBody>
      <dsp:txXfrm>
        <a:off x="0" y="1509390"/>
        <a:ext cx="8229600" cy="753590"/>
      </dsp:txXfrm>
    </dsp:sp>
    <dsp:sp modelId="{80D77FFB-2091-4B2F-B824-35C4D94AE5E1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4B0B3-4FD9-4816-88AC-9F7A749A8347}">
      <dsp:nvSpPr>
        <dsp:cNvPr id="0" name=""/>
        <dsp:cNvSpPr/>
      </dsp:nvSpPr>
      <dsp:spPr>
        <a:xfrm>
          <a:off x="0" y="2262981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The Post-Pandemic Imperative for Hygiene:</a:t>
          </a:r>
        </a:p>
      </dsp:txBody>
      <dsp:txXfrm>
        <a:off x="0" y="2262981"/>
        <a:ext cx="8229600" cy="753590"/>
      </dsp:txXfrm>
    </dsp:sp>
    <dsp:sp modelId="{54539F09-6AE7-4691-A485-1585E858EF77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66696-1BFB-42F7-91B9-349F9162B0FB}">
      <dsp:nvSpPr>
        <dsp:cNvPr id="0" name=""/>
        <dsp:cNvSpPr/>
      </dsp:nvSpPr>
      <dsp:spPr>
        <a:xfrm>
          <a:off x="0" y="3016572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Contact as a Vector: The global health crisis has permanently shifted our perception of shared surfaces. Contact-based biometrics are now recognized as vectors for germ transmission</a:t>
          </a:r>
        </a:p>
      </dsp:txBody>
      <dsp:txXfrm>
        <a:off x="0" y="3016572"/>
        <a:ext cx="8229600" cy="753590"/>
      </dsp:txXfrm>
    </dsp:sp>
    <dsp:sp modelId="{14C8ACBC-F525-4879-85C3-879EC9FA10B7}">
      <dsp:nvSpPr>
        <dsp:cNvPr id="0" name=""/>
        <dsp:cNvSpPr/>
      </dsp:nvSpPr>
      <dsp:spPr>
        <a:xfrm>
          <a:off x="0" y="3770162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268B1-399C-49B2-8559-223A893D99CC}">
      <dsp:nvSpPr>
        <dsp:cNvPr id="0" name=""/>
        <dsp:cNvSpPr/>
      </dsp:nvSpPr>
      <dsp:spPr>
        <a:xfrm>
          <a:off x="0" y="3770162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Demand for Touchless Interaction: Clear market and societal need for solutions that eliminate physical contact</a:t>
          </a:r>
        </a:p>
      </dsp:txBody>
      <dsp:txXfrm>
        <a:off x="0" y="3770162"/>
        <a:ext cx="8229600" cy="7535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A60D6-ED83-4C5D-8731-8EC88EFA9B91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BFFD3-4B4E-4718-945B-645BE5CF45A8}">
      <dsp:nvSpPr>
        <dsp:cNvPr id="0" name=""/>
        <dsp:cNvSpPr/>
      </dsp:nvSpPr>
      <dsp:spPr>
        <a:xfrm>
          <a:off x="0" y="552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The Synergy of Face &amp; Voice:</a:t>
          </a:r>
        </a:p>
      </dsp:txBody>
      <dsp:txXfrm>
        <a:off x="0" y="552"/>
        <a:ext cx="8229600" cy="646408"/>
      </dsp:txXfrm>
    </dsp:sp>
    <dsp:sp modelId="{0DD9B04C-53FF-4075-89F1-8F42F098206E}">
      <dsp:nvSpPr>
        <dsp:cNvPr id="0" name=""/>
        <dsp:cNvSpPr/>
      </dsp:nvSpPr>
      <dsp:spPr>
        <a:xfrm>
          <a:off x="0" y="646960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4388F-B982-4CA7-8C02-28CB9D344E63}">
      <dsp:nvSpPr>
        <dsp:cNvPr id="0" name=""/>
        <dsp:cNvSpPr/>
      </dsp:nvSpPr>
      <dsp:spPr>
        <a:xfrm>
          <a:off x="0" y="646960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Exponentially Increased Security: We combine two distinct biometric markers. An attacker would need to successfully spoof both appearance and voice characteristics simultaneously</a:t>
          </a:r>
        </a:p>
      </dsp:txBody>
      <dsp:txXfrm>
        <a:off x="0" y="646960"/>
        <a:ext cx="8229600" cy="646408"/>
      </dsp:txXfrm>
    </dsp:sp>
    <dsp:sp modelId="{89E83997-66C9-4236-99BE-70EFE3D950A0}">
      <dsp:nvSpPr>
        <dsp:cNvPr id="0" name=""/>
        <dsp:cNvSpPr/>
      </dsp:nvSpPr>
      <dsp:spPr>
        <a:xfrm>
          <a:off x="0" y="1293369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3431A-4D0A-4C8A-A309-14F4E9D0A768}">
      <dsp:nvSpPr>
        <dsp:cNvPr id="0" name=""/>
        <dsp:cNvSpPr/>
      </dsp:nvSpPr>
      <dsp:spPr>
        <a:xfrm>
          <a:off x="0" y="1293369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Resilience Through Duality: A failure or spoof on one layer is caught by the other, creating a robust and fault-tolerant system</a:t>
          </a:r>
        </a:p>
      </dsp:txBody>
      <dsp:txXfrm>
        <a:off x="0" y="1293369"/>
        <a:ext cx="8229600" cy="646408"/>
      </dsp:txXfrm>
    </dsp:sp>
    <dsp:sp modelId="{DAF3FD30-157D-4484-99C1-E4C0B5D8242C}">
      <dsp:nvSpPr>
        <dsp:cNvPr id="0" name=""/>
        <dsp:cNvSpPr/>
      </dsp:nvSpPr>
      <dsp:spPr>
        <a:xfrm>
          <a:off x="0" y="1939777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B6BB9-DA9E-4F43-94B9-CC0DAED70E1B}">
      <dsp:nvSpPr>
        <dsp:cNvPr id="0" name=""/>
        <dsp:cNvSpPr/>
      </dsp:nvSpPr>
      <dsp:spPr>
        <a:xfrm>
          <a:off x="0" y="1939777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Democratizing Advanced Security:</a:t>
          </a:r>
        </a:p>
      </dsp:txBody>
      <dsp:txXfrm>
        <a:off x="0" y="1939777"/>
        <a:ext cx="8229600" cy="646408"/>
      </dsp:txXfrm>
    </dsp:sp>
    <dsp:sp modelId="{4EF5A14F-587E-442E-95B5-1AFCD5FE21A5}">
      <dsp:nvSpPr>
        <dsp:cNvPr id="0" name=""/>
        <dsp:cNvSpPr/>
      </dsp:nvSpPr>
      <dsp:spPr>
        <a:xfrm>
          <a:off x="0" y="2586185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23CD4-D8F9-485D-B3DC-6C6FD49A2AB3}">
      <dsp:nvSpPr>
        <dsp:cNvPr id="0" name=""/>
        <dsp:cNvSpPr/>
      </dsp:nvSpPr>
      <dsp:spPr>
        <a:xfrm>
          <a:off x="0" y="2586185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Accessibility and Affordability: Engineering a solution that is not proprietary or expensive</a:t>
          </a:r>
        </a:p>
      </dsp:txBody>
      <dsp:txXfrm>
        <a:off x="0" y="2586185"/>
        <a:ext cx="8229600" cy="646408"/>
      </dsp:txXfrm>
    </dsp:sp>
    <dsp:sp modelId="{6D428A80-DA0B-484C-B74E-860409AB9944}">
      <dsp:nvSpPr>
        <dsp:cNvPr id="0" name=""/>
        <dsp:cNvSpPr/>
      </dsp:nvSpPr>
      <dsp:spPr>
        <a:xfrm>
          <a:off x="0" y="3232593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31298-6B84-4ACA-9A69-0020010EFCD0}">
      <dsp:nvSpPr>
        <dsp:cNvPr id="0" name=""/>
        <dsp:cNvSpPr/>
      </dsp:nvSpPr>
      <dsp:spPr>
        <a:xfrm>
          <a:off x="0" y="3232593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By targeting cost-effective embedded hardware, we make high-security, multi-modal authentication accessible to diverse environments</a:t>
          </a:r>
        </a:p>
      </dsp:txBody>
      <dsp:txXfrm>
        <a:off x="0" y="3232593"/>
        <a:ext cx="8229600" cy="646408"/>
      </dsp:txXfrm>
    </dsp:sp>
    <dsp:sp modelId="{820F375E-85E7-4F80-AFED-CF19916AB0A9}">
      <dsp:nvSpPr>
        <dsp:cNvPr id="0" name=""/>
        <dsp:cNvSpPr/>
      </dsp:nvSpPr>
      <dsp:spPr>
        <a:xfrm>
          <a:off x="0" y="3879002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6EF5F-0B69-4CA7-991C-444C9698AE62}">
      <dsp:nvSpPr>
        <dsp:cNvPr id="0" name=""/>
        <dsp:cNvSpPr/>
      </dsp:nvSpPr>
      <dsp:spPr>
        <a:xfrm>
          <a:off x="0" y="3879002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Project Vision: To engineer a robust, efficient, and accessible two-layer authentication system that addresses the core security and hygiene challenges of today.</a:t>
          </a:r>
        </a:p>
      </dsp:txBody>
      <dsp:txXfrm>
        <a:off x="0" y="3879002"/>
        <a:ext cx="8229600" cy="6464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2C050A-B410-4EA9-92BC-848A3D8521D5}">
      <dsp:nvSpPr>
        <dsp:cNvPr id="0" name=""/>
        <dsp:cNvSpPr/>
      </dsp:nvSpPr>
      <dsp:spPr>
        <a:xfrm>
          <a:off x="0" y="9268"/>
          <a:ext cx="8229600" cy="5516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Completed:</a:t>
          </a:r>
          <a:endParaRPr lang="en-US" sz="2300" kern="1200"/>
        </a:p>
      </dsp:txBody>
      <dsp:txXfrm>
        <a:off x="26930" y="36198"/>
        <a:ext cx="8175740" cy="497795"/>
      </dsp:txXfrm>
    </dsp:sp>
    <dsp:sp modelId="{B0182BA2-FED3-4680-92C0-0249CD64653E}">
      <dsp:nvSpPr>
        <dsp:cNvPr id="0" name=""/>
        <dsp:cNvSpPr/>
      </dsp:nvSpPr>
      <dsp:spPr>
        <a:xfrm>
          <a:off x="0" y="560923"/>
          <a:ext cx="8229600" cy="135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Extensive literature review of facial and speaker verification models.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Preliminary selection of AI models (FaceNet/ArcFace, ECAPA-TDNN).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Analysis of hardware constraints and identification of potential MVP platforms.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Definition of the high-level system architecture.</a:t>
          </a:r>
        </a:p>
      </dsp:txBody>
      <dsp:txXfrm>
        <a:off x="0" y="560923"/>
        <a:ext cx="8229600" cy="1356885"/>
      </dsp:txXfrm>
    </dsp:sp>
    <dsp:sp modelId="{ABA629FF-9173-483B-9483-9252C71906A5}">
      <dsp:nvSpPr>
        <dsp:cNvPr id="0" name=""/>
        <dsp:cNvSpPr/>
      </dsp:nvSpPr>
      <dsp:spPr>
        <a:xfrm>
          <a:off x="0" y="1917809"/>
          <a:ext cx="8229600" cy="5516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In Progress / To Be Completed:</a:t>
          </a:r>
          <a:endParaRPr lang="en-US" sz="2300" kern="1200"/>
        </a:p>
      </dsp:txBody>
      <dsp:txXfrm>
        <a:off x="26930" y="1944739"/>
        <a:ext cx="8175740" cy="497795"/>
      </dsp:txXfrm>
    </dsp:sp>
    <dsp:sp modelId="{03934627-3600-40D3-8BC6-F9C1DC55A68A}">
      <dsp:nvSpPr>
        <dsp:cNvPr id="0" name=""/>
        <dsp:cNvSpPr/>
      </dsp:nvSpPr>
      <dsp:spPr>
        <a:xfrm>
          <a:off x="0" y="2469464"/>
          <a:ext cx="8229600" cy="2047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Develop and benchmark the facial recognition pipeline on a PC.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Develop and benchmark the voice recognition pipeline on a PC.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Integrate both pipelines with a decision fusion engine.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Implement anti-spoofing (liveness detection) mechanisms.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Optimize and port the complete software to a target embedded platform.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Conduct performance evaluation using standard metrics (FAR, FRR).</a:t>
          </a:r>
        </a:p>
      </dsp:txBody>
      <dsp:txXfrm>
        <a:off x="0" y="2469464"/>
        <a:ext cx="8229600" cy="20472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C7C9F-F8CF-4B39-9B52-5F72AEAFA523}">
      <dsp:nvSpPr>
        <dsp:cNvPr id="0" name=""/>
        <dsp:cNvSpPr/>
      </dsp:nvSpPr>
      <dsp:spPr>
        <a:xfrm>
          <a:off x="40" y="126201"/>
          <a:ext cx="3845569" cy="5184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Facial Recognition Pipeline:</a:t>
          </a:r>
          <a:endParaRPr lang="en-US" sz="1800" kern="1200"/>
        </a:p>
      </dsp:txBody>
      <dsp:txXfrm>
        <a:off x="40" y="126201"/>
        <a:ext cx="3845569" cy="518400"/>
      </dsp:txXfrm>
    </dsp:sp>
    <dsp:sp modelId="{D265D408-7B08-4405-A711-6839A909F360}">
      <dsp:nvSpPr>
        <dsp:cNvPr id="0" name=""/>
        <dsp:cNvSpPr/>
      </dsp:nvSpPr>
      <dsp:spPr>
        <a:xfrm>
          <a:off x="40" y="644601"/>
          <a:ext cx="3845569" cy="37551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Input:</a:t>
          </a:r>
          <a:r>
            <a:rPr lang="en-US" sz="1800" kern="1200"/>
            <a:t> Live video frame.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Face Detection:</a:t>
          </a:r>
          <a:r>
            <a:rPr lang="en-US" sz="1800" kern="1200"/>
            <a:t> A lightweight detector (e.g., RetinaFace) finds the face in the frame.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Pre-processing:</a:t>
          </a:r>
          <a:r>
            <a:rPr lang="en-US" sz="1800" kern="1200"/>
            <a:t> The detected face is cropped, aligned, and normalized.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Feature Extraction:</a:t>
          </a:r>
          <a:r>
            <a:rPr lang="en-US" sz="1800" kern="1200"/>
            <a:t> The prepared face image is fed into our recognition model (e.g., ArcFace) to generate a 512-dimension embedding vector.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Comparison:</a:t>
          </a:r>
          <a:r>
            <a:rPr lang="en-US" sz="1800" kern="1200"/>
            <a:t> The new embedding is compared to the stored embedding using cosine similarity.</a:t>
          </a:r>
        </a:p>
      </dsp:txBody>
      <dsp:txXfrm>
        <a:off x="40" y="644601"/>
        <a:ext cx="3845569" cy="3755159"/>
      </dsp:txXfrm>
    </dsp:sp>
    <dsp:sp modelId="{C0B64D7B-2A50-4F2A-A6E1-A518FDCF5305}">
      <dsp:nvSpPr>
        <dsp:cNvPr id="0" name=""/>
        <dsp:cNvSpPr/>
      </dsp:nvSpPr>
      <dsp:spPr>
        <a:xfrm>
          <a:off x="4383989" y="126201"/>
          <a:ext cx="3845569" cy="5184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Voice Recognition Pipeline:</a:t>
          </a:r>
          <a:endParaRPr lang="en-US" sz="1800" kern="1200"/>
        </a:p>
      </dsp:txBody>
      <dsp:txXfrm>
        <a:off x="4383989" y="126201"/>
        <a:ext cx="3845569" cy="518400"/>
      </dsp:txXfrm>
    </dsp:sp>
    <dsp:sp modelId="{24584AB4-F9E9-48A3-8F46-77B7B6CED08D}">
      <dsp:nvSpPr>
        <dsp:cNvPr id="0" name=""/>
        <dsp:cNvSpPr/>
      </dsp:nvSpPr>
      <dsp:spPr>
        <a:xfrm>
          <a:off x="4383989" y="644601"/>
          <a:ext cx="3845569" cy="37551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Input:</a:t>
          </a:r>
          <a:r>
            <a:rPr lang="en-US" sz="1800" kern="1200"/>
            <a:t> Live audio stream.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Pre-processing:</a:t>
          </a:r>
          <a:r>
            <a:rPr lang="en-US" sz="1800" kern="1200"/>
            <a:t> Audio is converted to the required format (e.g., 16kHz, mono).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Feature Extraction:</a:t>
          </a:r>
          <a:r>
            <a:rPr lang="en-US" sz="1800" kern="1200"/>
            <a:t> The ECAPA-TDNN model processes the audio to generate a 192-dimension speaker embedding vector.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Comparison:</a:t>
          </a:r>
          <a:r>
            <a:rPr lang="en-US" sz="1800" kern="1200"/>
            <a:t> The new embedding is compared to the stored embedding.</a:t>
          </a:r>
        </a:p>
      </dsp:txBody>
      <dsp:txXfrm>
        <a:off x="4383989" y="644601"/>
        <a:ext cx="3845569" cy="37551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69757-9A25-47FD-93DB-56780DB6CAF1}">
      <dsp:nvSpPr>
        <dsp:cNvPr id="0" name=""/>
        <dsp:cNvSpPr/>
      </dsp:nvSpPr>
      <dsp:spPr>
        <a:xfrm>
          <a:off x="0" y="354981"/>
          <a:ext cx="8229600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333248" rIns="63870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To prevent attacks using photos or videos, we will implement liveness checks.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Proposed Method:</a:t>
          </a:r>
          <a:r>
            <a:rPr lang="en-US" sz="1600" kern="1200"/>
            <a:t> An eye-blink detection algorithm will be used as a simple but effective initial check to ensure the subject is a live person.</a:t>
          </a:r>
        </a:p>
      </dsp:txBody>
      <dsp:txXfrm>
        <a:off x="0" y="354981"/>
        <a:ext cx="8229600" cy="1159200"/>
      </dsp:txXfrm>
    </dsp:sp>
    <dsp:sp modelId="{A608A8B3-3509-46D2-BE16-D948667C9338}">
      <dsp:nvSpPr>
        <dsp:cNvPr id="0" name=""/>
        <dsp:cNvSpPr/>
      </dsp:nvSpPr>
      <dsp:spPr>
        <a:xfrm>
          <a:off x="411480" y="118821"/>
          <a:ext cx="5760720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Crucial Addition: Liveness Detection (Anti-Spoofing)</a:t>
          </a:r>
          <a:endParaRPr lang="en-US" sz="1600" kern="1200"/>
        </a:p>
      </dsp:txBody>
      <dsp:txXfrm>
        <a:off x="434537" y="141878"/>
        <a:ext cx="5714606" cy="426206"/>
      </dsp:txXfrm>
    </dsp:sp>
    <dsp:sp modelId="{0EE33F80-40A0-4F94-AB51-E0065E4E5D6C}">
      <dsp:nvSpPr>
        <dsp:cNvPr id="0" name=""/>
        <dsp:cNvSpPr/>
      </dsp:nvSpPr>
      <dsp:spPr>
        <a:xfrm>
          <a:off x="0" y="1836741"/>
          <a:ext cx="8229600" cy="257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333248" rIns="63870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Phase 1 (PC Development):</a:t>
          </a:r>
          <a:r>
            <a:rPr lang="en-US" sz="1600" kern="1200"/>
            <a:t> The entire system will be built and tested on a standard PC to ensure functionality.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Phase 2 (MVP Deployment):</a:t>
          </a:r>
          <a:r>
            <a:rPr lang="en-US" sz="1600" kern="1200"/>
            <a:t> We are exploring two primary cost-effective paths for the final product: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Option A (Preferred/Innovative):</a:t>
          </a:r>
          <a:r>
            <a:rPr lang="en-US" sz="1600" kern="1200"/>
            <a:t> Repurposing an older Android smartphone, leveraging its powerful ARM processor, camera, and microphone. This involves running our AI backend in a Linux environment on the phone (e.g., Termux).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Option B (Contingency):</a:t>
          </a:r>
          <a:r>
            <a:rPr lang="en-US" sz="1600" kern="1200"/>
            <a:t> Using a refurbished Mini-PC (e.g., Dell OptiPlex) as a stable and predictable alternative.</a:t>
          </a:r>
        </a:p>
      </dsp:txBody>
      <dsp:txXfrm>
        <a:off x="0" y="1836741"/>
        <a:ext cx="8229600" cy="2570400"/>
      </dsp:txXfrm>
    </dsp:sp>
    <dsp:sp modelId="{A0765122-735B-4C5A-81AB-632DFFFFF452}">
      <dsp:nvSpPr>
        <dsp:cNvPr id="0" name=""/>
        <dsp:cNvSpPr/>
      </dsp:nvSpPr>
      <dsp:spPr>
        <a:xfrm>
          <a:off x="411480" y="1600581"/>
          <a:ext cx="5760720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Hardware Development Strategy:</a:t>
          </a:r>
          <a:endParaRPr lang="en-US" sz="1600" kern="1200"/>
        </a:p>
      </dsp:txBody>
      <dsp:txXfrm>
        <a:off x="434537" y="1623638"/>
        <a:ext cx="5714606" cy="4262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50AED9-76E7-494D-880E-4AB7E4889167}">
      <dsp:nvSpPr>
        <dsp:cNvPr id="0" name=""/>
        <dsp:cNvSpPr/>
      </dsp:nvSpPr>
      <dsp:spPr>
        <a:xfrm>
          <a:off x="0" y="78808"/>
          <a:ext cx="8229600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Ravanelli, M., et al. (2021). </a:t>
          </a:r>
          <a:r>
            <a:rPr lang="en-PK" sz="1500" i="1" kern="1200"/>
            <a:t>SpeechBrain: A General-Purpose Speech Toolkit.</a:t>
          </a:r>
          <a:r>
            <a:rPr lang="en-PK" sz="1500" kern="1200"/>
            <a:t> arXiv preprint arXiv:2106.04624.</a:t>
          </a:r>
          <a:endParaRPr lang="en-US" sz="1500" kern="1200"/>
        </a:p>
      </dsp:txBody>
      <dsp:txXfrm>
        <a:off x="40962" y="119770"/>
        <a:ext cx="8147676" cy="757185"/>
      </dsp:txXfrm>
    </dsp:sp>
    <dsp:sp modelId="{9C7BD69B-6881-4E93-B9D6-C4836DC37B39}">
      <dsp:nvSpPr>
        <dsp:cNvPr id="0" name=""/>
        <dsp:cNvSpPr/>
      </dsp:nvSpPr>
      <dsp:spPr>
        <a:xfrm>
          <a:off x="0" y="961117"/>
          <a:ext cx="8229600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Desplanques, B., Thienpondt, J., &amp; Demuynck, K. (2020). </a:t>
          </a:r>
          <a:r>
            <a:rPr lang="en-PK" sz="1500" i="1" kern="1200"/>
            <a:t>ECAPA-TDNN: Emphasized Channel Attention, Propagation and Aggregation in TDNN Based Speaker Verification.</a:t>
          </a:r>
          <a:r>
            <a:rPr lang="en-PK" sz="1500" kern="1200"/>
            <a:t> IEEE International Conference on Acoustics, Speech and Signal Processing (ICASSP).</a:t>
          </a:r>
          <a:endParaRPr lang="en-US" sz="1500" kern="1200"/>
        </a:p>
      </dsp:txBody>
      <dsp:txXfrm>
        <a:off x="40962" y="1002079"/>
        <a:ext cx="8147676" cy="757185"/>
      </dsp:txXfrm>
    </dsp:sp>
    <dsp:sp modelId="{370C7C02-863C-452D-851C-C67107B928CB}">
      <dsp:nvSpPr>
        <dsp:cNvPr id="0" name=""/>
        <dsp:cNvSpPr/>
      </dsp:nvSpPr>
      <dsp:spPr>
        <a:xfrm>
          <a:off x="0" y="1843426"/>
          <a:ext cx="8229600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Snyder, D., Garcia-Romero, D., Sell, G., Povey, D., &amp; Khudanpur, S. (2018). </a:t>
          </a:r>
          <a:r>
            <a:rPr lang="en-PK" sz="1500" i="1" kern="1200"/>
            <a:t>X-vectors: Robust DNN embeddings for speaker recognition.</a:t>
          </a:r>
          <a:r>
            <a:rPr lang="en-PK" sz="1500" kern="1200"/>
            <a:t> IEEE International Conference on Acoustics, Speech and Signal Processing (ICASSP).</a:t>
          </a:r>
          <a:endParaRPr lang="en-US" sz="1500" kern="1200"/>
        </a:p>
      </dsp:txBody>
      <dsp:txXfrm>
        <a:off x="40962" y="1884388"/>
        <a:ext cx="8147676" cy="757185"/>
      </dsp:txXfrm>
    </dsp:sp>
    <dsp:sp modelId="{42701912-8B2D-46B0-B811-4704C8E4C59D}">
      <dsp:nvSpPr>
        <dsp:cNvPr id="0" name=""/>
        <dsp:cNvSpPr/>
      </dsp:nvSpPr>
      <dsp:spPr>
        <a:xfrm>
          <a:off x="0" y="2725736"/>
          <a:ext cx="8229600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Bazarevsky, V., Kartynnik, Y., et al. (2019). </a:t>
          </a:r>
          <a:r>
            <a:rPr lang="en-PK" sz="1500" i="1" kern="1200"/>
            <a:t>BlazeFace: Sub-millisecond Neural Face Detection on Mobile GPUs.</a:t>
          </a:r>
          <a:r>
            <a:rPr lang="en-PK" sz="1500" kern="1200"/>
            <a:t> arXiv preprint arXiv:1907.05047.</a:t>
          </a:r>
          <a:endParaRPr lang="en-US" sz="1500" kern="1200"/>
        </a:p>
      </dsp:txBody>
      <dsp:txXfrm>
        <a:off x="40962" y="2766698"/>
        <a:ext cx="8147676" cy="757185"/>
      </dsp:txXfrm>
    </dsp:sp>
    <dsp:sp modelId="{4CAF4440-0B22-4CA1-AA42-076CE346C286}">
      <dsp:nvSpPr>
        <dsp:cNvPr id="0" name=""/>
        <dsp:cNvSpPr/>
      </dsp:nvSpPr>
      <dsp:spPr>
        <a:xfrm>
          <a:off x="0" y="3608045"/>
          <a:ext cx="8229600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Boutros, F., Damer, N., &amp; Kuijper, A. (2022). </a:t>
          </a:r>
          <a:r>
            <a:rPr lang="en-PK" sz="1500" i="1" kern="1200"/>
            <a:t>QuantFace: Towards Lightweight Face Recognition by Synthetic Data Low-bit Quantization.</a:t>
          </a:r>
          <a:r>
            <a:rPr lang="en-PK" sz="1500" kern="1200"/>
            <a:t> arXiv preprint arXiv:2206.10526.</a:t>
          </a:r>
          <a:endParaRPr lang="en-US" sz="1500" kern="1200"/>
        </a:p>
      </dsp:txBody>
      <dsp:txXfrm>
        <a:off x="40962" y="3649007"/>
        <a:ext cx="8147676" cy="7571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D0A6D-5AEA-49EC-A3DE-119E50E2B848}">
      <dsp:nvSpPr>
        <dsp:cNvPr id="0" name=""/>
        <dsp:cNvSpPr/>
      </dsp:nvSpPr>
      <dsp:spPr>
        <a:xfrm>
          <a:off x="0" y="403761"/>
          <a:ext cx="8229600" cy="8950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0" i="0" kern="1200" baseline="0"/>
            <a:t>Gazali, W., Kho, J. M., Santoso, J., &amp; Williem. (2024). </a:t>
          </a:r>
          <a:r>
            <a:rPr lang="en-PK" sz="1600" b="0" i="1" kern="1200" baseline="0"/>
            <a:t>Ef-QuantFace: Streamlined Face Recognition with Small Data and Low-Bit Precision.</a:t>
          </a:r>
          <a:r>
            <a:rPr lang="en-PK" sz="1600" b="0" i="0" kern="1200" baseline="0"/>
            <a:t> arXiv preprint arXiv:2402.18163.</a:t>
          </a:r>
          <a:endParaRPr lang="en-US" sz="1600" kern="1200"/>
        </a:p>
      </dsp:txBody>
      <dsp:txXfrm>
        <a:off x="43693" y="447454"/>
        <a:ext cx="8142214" cy="807664"/>
      </dsp:txXfrm>
    </dsp:sp>
    <dsp:sp modelId="{5A367650-8892-4362-9021-1AD2977109EB}">
      <dsp:nvSpPr>
        <dsp:cNvPr id="0" name=""/>
        <dsp:cNvSpPr/>
      </dsp:nvSpPr>
      <dsp:spPr>
        <a:xfrm>
          <a:off x="0" y="1344891"/>
          <a:ext cx="8229600" cy="8950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0" i="0" kern="1200" baseline="0"/>
            <a:t>Bunda, S., Spreeuwers, L., &amp; Zeinstra, C. (2022). </a:t>
          </a:r>
          <a:r>
            <a:rPr lang="en-PK" sz="1600" b="0" i="1" kern="1200" baseline="0"/>
            <a:t>Sub-byte quantization of Mobile Face Recognition Convolutional Neural Networks.</a:t>
          </a:r>
          <a:r>
            <a:rPr lang="en-PK" sz="1600" b="0" i="0" kern="1200" baseline="0"/>
            <a:t> International Conference of the Biometrics Special Interest Group (BIOSIG).</a:t>
          </a:r>
          <a:endParaRPr lang="en-US" sz="1600" kern="1200"/>
        </a:p>
      </dsp:txBody>
      <dsp:txXfrm>
        <a:off x="43693" y="1388584"/>
        <a:ext cx="8142214" cy="807664"/>
      </dsp:txXfrm>
    </dsp:sp>
    <dsp:sp modelId="{B96192AA-529C-4237-86A7-953886ABC31F}">
      <dsp:nvSpPr>
        <dsp:cNvPr id="0" name=""/>
        <dsp:cNvSpPr/>
      </dsp:nvSpPr>
      <dsp:spPr>
        <a:xfrm>
          <a:off x="0" y="2286021"/>
          <a:ext cx="8229600" cy="8950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0" i="0" kern="1200" baseline="0"/>
            <a:t>Froiz-Míguez, I., Fraga-Lamas, P., &amp; Fernández-Caramés, T. M. (2023). </a:t>
          </a:r>
          <a:r>
            <a:rPr lang="en-PK" sz="1600" b="0" i="1" kern="1200" baseline="0"/>
            <a:t>Design, Implementation, and Practical Evaluation of a Voice Recognition Based IoT Home Automation System for Low-Resource Languages and Resource-Constrained Edge IoT Devices.</a:t>
          </a:r>
          <a:r>
            <a:rPr lang="en-PK" sz="1600" b="0" i="0" kern="1200" baseline="0"/>
            <a:t> IEEE Access, 11, 63623–63647.</a:t>
          </a:r>
          <a:endParaRPr lang="en-US" sz="1600" kern="1200"/>
        </a:p>
      </dsp:txBody>
      <dsp:txXfrm>
        <a:off x="43693" y="2329714"/>
        <a:ext cx="8142214" cy="807664"/>
      </dsp:txXfrm>
    </dsp:sp>
    <dsp:sp modelId="{4B1DADAA-E83C-4D45-8D3B-C79EEF7760B5}">
      <dsp:nvSpPr>
        <dsp:cNvPr id="0" name=""/>
        <dsp:cNvSpPr/>
      </dsp:nvSpPr>
      <dsp:spPr>
        <a:xfrm>
          <a:off x="0" y="3227151"/>
          <a:ext cx="8229600" cy="8950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0" i="0" kern="1200" baseline="0"/>
            <a:t>Le, V.-H., Luc, N.-Q., &amp; Quach, D.-H. (2024). </a:t>
          </a:r>
          <a:r>
            <a:rPr lang="en-PK" sz="1600" b="0" i="1" kern="1200" baseline="0"/>
            <a:t>Developing a secure voice recognition service on Raspberry Pi.</a:t>
          </a:r>
          <a:r>
            <a:rPr lang="en-PK" sz="1600" b="0" i="0" kern="1200" baseline="0"/>
            <a:t> Bulletin of Electrical Engineering and Informatics, 13(5), 3544–3551.</a:t>
          </a:r>
          <a:endParaRPr lang="en-US" sz="1600" kern="1200"/>
        </a:p>
      </dsp:txBody>
      <dsp:txXfrm>
        <a:off x="43693" y="3270844"/>
        <a:ext cx="8142214" cy="8076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A3887-0B62-4FF0-8630-9138F0BC3409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97DD6-BC28-4080-BBA0-4FDC07297FBA}">
      <dsp:nvSpPr>
        <dsp:cNvPr id="0" name=""/>
        <dsp:cNvSpPr/>
      </dsp:nvSpPr>
      <dsp:spPr>
        <a:xfrm>
          <a:off x="0" y="2209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departmental authority figure provided the following strategic directives during our formal consultation:</a:t>
          </a:r>
        </a:p>
      </dsp:txBody>
      <dsp:txXfrm>
        <a:off x="0" y="2209"/>
        <a:ext cx="8229600" cy="1507181"/>
      </dsp:txXfrm>
    </dsp:sp>
    <dsp:sp modelId="{78DDC45F-8179-459B-8780-BD2941367A02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465C6-A110-49BB-9119-ED3C63A8C5EC}">
      <dsp:nvSpPr>
        <dsp:cNvPr id="0" name=""/>
        <dsp:cNvSpPr/>
      </dsp:nvSpPr>
      <dsp:spPr>
        <a:xfrm>
          <a:off x="0" y="1509390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Implementation of a structured project methodology framework is recommended (utilizing either iterative development approaches or sequential phase-based models)</a:t>
          </a:r>
        </a:p>
      </dsp:txBody>
      <dsp:txXfrm>
        <a:off x="0" y="1509390"/>
        <a:ext cx="8229600" cy="1507181"/>
      </dsp:txXfrm>
    </dsp:sp>
    <dsp:sp modelId="{B50A8E77-5B49-43AF-8858-CF7FE79099D1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018CE-42B8-4C8A-8738-E1460EDA46F2}">
      <dsp:nvSpPr>
        <dsp:cNvPr id="0" name=""/>
        <dsp:cNvSpPr/>
      </dsp:nvSpPr>
      <dsp:spPr>
        <a:xfrm>
          <a:off x="0" y="3016572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Regular progress evaluation sessions are mandated on a seven-day cyclical basis to ensure quality assurance and continuous improvement protocols</a:t>
          </a:r>
        </a:p>
      </dsp:txBody>
      <dsp:txXfrm>
        <a:off x="0" y="3016572"/>
        <a:ext cx="8229600" cy="15071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1E41E4-AB6C-4A79-AECD-916267CF95A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F5FCA-4356-43F8-9ADA-802D61A9B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5364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BF01-F77F-4B51-8E38-3034BB98A94F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80B5B-03A6-44D4-AB6E-E84FB8D89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67682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9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1E68D-FD3D-43F1-BE4C-87AFCD79D0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1394F-8BE9-4ACB-A3C5-ADF4BEA21145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55160-6748-4670-B69A-3EBF36D1F2C6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4147-BE16-4FC3-81FC-BC037B22A9B8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2A10-1DC4-4D76-9FE3-68B4756CEE68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731D-FF72-419F-AC79-87BBBD54DF8C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C021-FA17-4AB3-A382-C6EE8291D908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E1EA-9DD2-43B4-A133-8EF0F582364E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8386D-2A93-45E1-B326-D9D09FD91F22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A1918-1993-490D-8A0B-4E89609A3F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CD60-38C7-4595-8330-1C7CC7C2CA6D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0" y="64007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8DDB5-B893-4752-BAFF-9C3F20C19C0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0079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932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A31162-E769-B5BE-B508-8A1F7927428B}"/>
              </a:ext>
            </a:extLst>
          </p:cNvPr>
          <p:cNvCxnSpPr>
            <a:cxnSpLocks/>
          </p:cNvCxnSpPr>
          <p:nvPr userDrawn="1"/>
        </p:nvCxnSpPr>
        <p:spPr>
          <a:xfrm>
            <a:off x="76200" y="6477000"/>
            <a:ext cx="899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FF086F-8813-1301-1F70-42024EB421CE}"/>
              </a:ext>
            </a:extLst>
          </p:cNvPr>
          <p:cNvSpPr txBox="1"/>
          <p:nvPr userDrawn="1"/>
        </p:nvSpPr>
        <p:spPr>
          <a:xfrm>
            <a:off x="190863" y="6459151"/>
            <a:ext cx="2542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Department of Computer Engineering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Two-Layer Contactless Physical Authentication System: Combining Facial &amp; Voice Recognition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455" y="4419600"/>
            <a:ext cx="8686800" cy="1752600"/>
          </a:xfrm>
        </p:spPr>
        <p:txBody>
          <a:bodyPr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Supervisor: Dr. Zaid Ahmad</a:t>
            </a:r>
          </a:p>
          <a:p>
            <a:pPr algn="l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Co-supervisor: Engr. Talha Naveed</a:t>
            </a:r>
          </a:p>
          <a:p>
            <a:pPr>
              <a:spcBef>
                <a:spcPct val="0"/>
              </a:spcBef>
            </a:pPr>
            <a:endParaRPr lang="en-US" sz="2800" b="1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Department of Computer Engineering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60960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26324"/>
            <a:ext cx="1519237" cy="1553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143000" y="52083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2400" b="1" dirty="0">
                <a:latin typeface="Times New Roman"/>
                <a:ea typeface="Times New Roman"/>
              </a:rPr>
              <a:t>COMSATS University Islamabad, Lahore Campus</a:t>
            </a:r>
            <a:endParaRPr lang="en-US" sz="2000" dirty="0">
              <a:latin typeface="Times New Roman"/>
              <a:ea typeface="Times New Roman"/>
            </a:endParaRPr>
          </a:p>
          <a:p>
            <a:pPr>
              <a:spcBef>
                <a:spcPts val="0"/>
              </a:spcBef>
            </a:pPr>
            <a:r>
              <a:rPr lang="en-US" sz="1600" dirty="0">
                <a:latin typeface="Times New Roman"/>
                <a:ea typeface="Calibri"/>
              </a:rPr>
              <a:t>1.5</a:t>
            </a:r>
            <a:r>
              <a:rPr lang="en-US" sz="1600" spc="-5" dirty="0">
                <a:latin typeface="Times New Roman"/>
                <a:ea typeface="Calibri"/>
              </a:rPr>
              <a:t>K</a:t>
            </a:r>
            <a:r>
              <a:rPr lang="en-US" sz="1600" dirty="0">
                <a:latin typeface="Times New Roman"/>
                <a:ea typeface="Calibri"/>
              </a:rPr>
              <a:t>M </a:t>
            </a:r>
            <a:r>
              <a:rPr lang="en-US" sz="1600" dirty="0" err="1">
                <a:latin typeface="Times New Roman"/>
                <a:ea typeface="Calibri"/>
              </a:rPr>
              <a:t>D</a:t>
            </a:r>
            <a:r>
              <a:rPr lang="en-US" sz="1600" spc="-5" dirty="0" err="1">
                <a:latin typeface="Times New Roman"/>
                <a:ea typeface="Calibri"/>
              </a:rPr>
              <a:t>e</a:t>
            </a:r>
            <a:r>
              <a:rPr lang="en-US" sz="1600" dirty="0" err="1">
                <a:latin typeface="Times New Roman"/>
                <a:ea typeface="Calibri"/>
              </a:rPr>
              <a:t>f</a:t>
            </a:r>
            <a:r>
              <a:rPr lang="en-US" sz="1600" spc="-5" dirty="0" err="1">
                <a:latin typeface="Times New Roman"/>
                <a:ea typeface="Calibri"/>
              </a:rPr>
              <a:t>en</a:t>
            </a:r>
            <a:r>
              <a:rPr lang="en-US" sz="1600" spc="5" dirty="0" err="1">
                <a:latin typeface="Times New Roman"/>
                <a:ea typeface="Calibri"/>
              </a:rPr>
              <a:t>c</a:t>
            </a:r>
            <a:r>
              <a:rPr lang="en-US" sz="1600" dirty="0" err="1">
                <a:latin typeface="Times New Roman"/>
                <a:ea typeface="Calibri"/>
              </a:rPr>
              <a:t>e</a:t>
            </a:r>
            <a:r>
              <a:rPr lang="en-US" sz="1600" dirty="0">
                <a:latin typeface="Times New Roman"/>
                <a:ea typeface="Calibri"/>
              </a:rPr>
              <a:t> R</a:t>
            </a:r>
            <a:r>
              <a:rPr lang="en-US" sz="1600" spc="-5" dirty="0">
                <a:latin typeface="Times New Roman"/>
                <a:ea typeface="Calibri"/>
              </a:rPr>
              <a:t>oad</a:t>
            </a:r>
            <a:r>
              <a:rPr lang="en-US" sz="1600" dirty="0">
                <a:latin typeface="Times New Roman"/>
                <a:ea typeface="Calibri"/>
              </a:rPr>
              <a:t>, Off </a:t>
            </a:r>
            <a:r>
              <a:rPr lang="en-US" sz="1600" dirty="0" err="1">
                <a:latin typeface="Times New Roman"/>
                <a:ea typeface="Calibri"/>
              </a:rPr>
              <a:t>R</a:t>
            </a:r>
            <a:r>
              <a:rPr lang="en-US" sz="1600" spc="-15" dirty="0" err="1">
                <a:latin typeface="Times New Roman"/>
                <a:ea typeface="Calibri"/>
              </a:rPr>
              <a:t>a</a:t>
            </a:r>
            <a:r>
              <a:rPr lang="en-US" sz="1600" spc="5" dirty="0" err="1">
                <a:latin typeface="Times New Roman"/>
                <a:ea typeface="Calibri"/>
              </a:rPr>
              <a:t>i</a:t>
            </a:r>
            <a:r>
              <a:rPr lang="en-US" sz="1600" spc="-5" dirty="0" err="1">
                <a:latin typeface="Times New Roman"/>
                <a:ea typeface="Calibri"/>
              </a:rPr>
              <a:t>w</a:t>
            </a:r>
            <a:r>
              <a:rPr lang="en-US" sz="1600" spc="5" dirty="0" err="1">
                <a:latin typeface="Times New Roman"/>
                <a:ea typeface="Calibri"/>
              </a:rPr>
              <a:t>i</a:t>
            </a:r>
            <a:r>
              <a:rPr lang="en-US" sz="1600" spc="-5" dirty="0" err="1">
                <a:latin typeface="Times New Roman"/>
                <a:ea typeface="Calibri"/>
              </a:rPr>
              <a:t>n</a:t>
            </a:r>
            <a:r>
              <a:rPr lang="en-US" sz="1600" dirty="0" err="1">
                <a:latin typeface="Times New Roman"/>
                <a:ea typeface="Calibri"/>
              </a:rPr>
              <a:t>d</a:t>
            </a:r>
            <a:r>
              <a:rPr lang="en-US" sz="1600" dirty="0">
                <a:latin typeface="Times New Roman"/>
                <a:ea typeface="Calibri"/>
              </a:rPr>
              <a:t> R</a:t>
            </a:r>
            <a:r>
              <a:rPr lang="en-US" sz="1600" spc="-5" dirty="0">
                <a:latin typeface="Times New Roman"/>
                <a:ea typeface="Calibri"/>
              </a:rPr>
              <a:t>o</a:t>
            </a:r>
            <a:r>
              <a:rPr lang="en-US" sz="1600" spc="-15" dirty="0">
                <a:latin typeface="Times New Roman"/>
                <a:ea typeface="Calibri"/>
              </a:rPr>
              <a:t>a</a:t>
            </a:r>
            <a:r>
              <a:rPr lang="en-US" sz="1600" spc="-5" dirty="0">
                <a:latin typeface="Times New Roman"/>
                <a:ea typeface="Calibri"/>
              </a:rPr>
              <a:t>d</a:t>
            </a:r>
            <a:r>
              <a:rPr lang="en-US" sz="1600" dirty="0">
                <a:latin typeface="Times New Roman"/>
                <a:ea typeface="Calibri"/>
              </a:rPr>
              <a:t>, L</a:t>
            </a:r>
            <a:r>
              <a:rPr lang="en-US" sz="1600" spc="-5" dirty="0">
                <a:latin typeface="Times New Roman"/>
                <a:ea typeface="Calibri"/>
              </a:rPr>
              <a:t>ah</a:t>
            </a:r>
            <a:r>
              <a:rPr lang="en-US" sz="1600" spc="-20" dirty="0">
                <a:latin typeface="Times New Roman"/>
                <a:ea typeface="Calibri"/>
              </a:rPr>
              <a:t>o</a:t>
            </a:r>
            <a:r>
              <a:rPr lang="en-US" sz="1600" spc="5" dirty="0">
                <a:latin typeface="Times New Roman"/>
                <a:ea typeface="Calibri"/>
              </a:rPr>
              <a:t>re</a:t>
            </a:r>
            <a:endParaRPr lang="en-US" sz="20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7615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Introduction: The Shifting Landscape of Identity Verification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36179-B8DB-F117-DF8A-6E3BCCB7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5DB8467-85F8-599D-0E66-95FFA86110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160203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834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F953F-FA03-2CB1-DF82-9F2371AA7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E48E-3AC6-8628-028D-649495A7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Our Proposed Paradigm: A Synergistic Solution: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A414A-23E2-BD61-2852-A279777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B5A441E-4F3A-90BE-84DF-C6A6CA7828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52704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0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4BF1-6A25-84DF-21AB-FBE00EC5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FFEF-8E99-52B3-1674-7BF07A5A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FFFF542-32D4-8414-2079-26DC0E589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1" y="1219200"/>
            <a:ext cx="4419600" cy="51740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2500" lnSpcReduction="20000"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altLang="en-PK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342900" marR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Challenge: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The first step in our pipeline is finding the face in a video frame. Standard object detectors are often too slow for a smooth, real-time experience on low-power devices.</a:t>
            </a:r>
          </a:p>
          <a:p>
            <a:pPr marL="342900" marR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State-of-the-Art Solution: </a:t>
            </a:r>
            <a:r>
              <a:rPr kumimoji="0" lang="en-US" altLang="en-PK" b="1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BlazeFace</a:t>
            </a:r>
            <a:r>
              <a:rPr kumimoji="0" lang="en-US" altLang="en-PK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(Google Research)</a:t>
            </a:r>
            <a:endParaRPr kumimoji="0" lang="en-US" altLang="en-PK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342900" marR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Core Concept: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A hyper-efficient face </a:t>
            </a:r>
            <a:r>
              <a:rPr kumimoji="0" lang="en-US" altLang="en-PK" b="0" i="1" u="none" strike="noStrike" cap="none" normalizeH="0" baseline="0" dirty="0">
                <a:ln>
                  <a:noFill/>
                </a:ln>
                <a:effectLst/>
                <a:latin typeface="+mn-lt"/>
              </a:rPr>
              <a:t>detector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(not recognizer) designed specifically for mobile and edge devices.</a:t>
            </a:r>
          </a:p>
          <a:p>
            <a:pPr marL="342900" marR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Key Innovation: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A hardware-aware architecture ("</a:t>
            </a:r>
            <a:r>
              <a:rPr kumimoji="0" lang="en-US" altLang="en-PK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BlazeBlock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") that is optimized for mobile GPUs and reduces computational overhead, resulting in sub-millisecond performance.</a:t>
            </a:r>
          </a:p>
          <a:p>
            <a:pPr marL="342900" marR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Performance Metrics:</a:t>
            </a:r>
            <a:endParaRPr kumimoji="0" lang="en-US" altLang="en-PK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342900" marR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Relevance to Our Project:</a:t>
            </a:r>
            <a:endParaRPr kumimoji="0" lang="en-US" altLang="en-PK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342900" marR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This model provides a state-of-the-art, blazing-fast "front-end" for our system.</a:t>
            </a:r>
          </a:p>
          <a:p>
            <a:pPr marL="342900" marR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Its availability in the </a:t>
            </a:r>
            <a:r>
              <a:rPr kumimoji="0" lang="en-US" altLang="en-PK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MediaPipe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framework makes it practical to implement, ensuring our pipeline is not bottlenecked by the initial detection phase.</a:t>
            </a:r>
          </a:p>
          <a:p>
            <a:pPr marL="342900" marR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altLang="en-PK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F50FC-2324-3089-6CB3-7042F0C3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AA708D-6D99-2EF2-97BE-2AEC99601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735021"/>
              </p:ext>
            </p:extLst>
          </p:nvPr>
        </p:nvGraphicFramePr>
        <p:xfrm>
          <a:off x="457200" y="1981200"/>
          <a:ext cx="4040191" cy="3100117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  <a:tableStyleId>{3B4B98B0-60AC-42C2-AFA5-B58CD77FA1E5}</a:tableStyleId>
              </a:tblPr>
              <a:tblGrid>
                <a:gridCol w="848243">
                  <a:extLst>
                    <a:ext uri="{9D8B030D-6E8A-4147-A177-3AD203B41FA5}">
                      <a16:colId xmlns:a16="http://schemas.microsoft.com/office/drawing/2014/main" val="4014741692"/>
                    </a:ext>
                  </a:extLst>
                </a:gridCol>
                <a:gridCol w="1318465">
                  <a:extLst>
                    <a:ext uri="{9D8B030D-6E8A-4147-A177-3AD203B41FA5}">
                      <a16:colId xmlns:a16="http://schemas.microsoft.com/office/drawing/2014/main" val="2168159286"/>
                    </a:ext>
                  </a:extLst>
                </a:gridCol>
                <a:gridCol w="935198">
                  <a:extLst>
                    <a:ext uri="{9D8B030D-6E8A-4147-A177-3AD203B41FA5}">
                      <a16:colId xmlns:a16="http://schemas.microsoft.com/office/drawing/2014/main" val="1860489921"/>
                    </a:ext>
                  </a:extLst>
                </a:gridCol>
                <a:gridCol w="938285">
                  <a:extLst>
                    <a:ext uri="{9D8B030D-6E8A-4147-A177-3AD203B41FA5}">
                      <a16:colId xmlns:a16="http://schemas.microsoft.com/office/drawing/2014/main" val="3298245053"/>
                    </a:ext>
                  </a:extLst>
                </a:gridCol>
              </a:tblGrid>
              <a:tr h="1248817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bg1"/>
                          </a:solidFill>
                          <a:effectLst/>
                        </a:rPr>
                        <a:t>Device</a:t>
                      </a:r>
                      <a:endParaRPr lang="en-US" sz="1300" b="1" cap="none" spc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bg1"/>
                          </a:solidFill>
                          <a:effectLst/>
                        </a:rPr>
                        <a:t>Baseline (MobileNetV2-SSD)</a:t>
                      </a:r>
                      <a:endParaRPr lang="en-US" sz="1300" b="1" cap="none" spc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1" cap="none" spc="0" dirty="0" err="1">
                          <a:solidFill>
                            <a:schemeClr val="bg1"/>
                          </a:solidFill>
                          <a:effectLst/>
                        </a:rPr>
                        <a:t>BlazeFace</a:t>
                      </a:r>
                      <a:endParaRPr lang="en-US" sz="1300" b="1" cap="none" spc="0" dirty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bg1"/>
                          </a:solidFill>
                          <a:effectLst/>
                        </a:rPr>
                        <a:t>Speed Increase</a:t>
                      </a:r>
                      <a:endParaRPr lang="en-US" sz="1300" b="1" cap="none" spc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221888"/>
                  </a:ext>
                </a:extLst>
              </a:tr>
              <a:tr h="92565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bg1"/>
                          </a:solidFill>
                          <a:effectLst/>
                        </a:rPr>
                        <a:t>iPhone XS</a:t>
                      </a:r>
                      <a:endParaRPr lang="en-US" sz="1300" b="0" cap="none" spc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bg1"/>
                          </a:solidFill>
                          <a:effectLst/>
                        </a:rPr>
                        <a:t>2.1 ms</a:t>
                      </a:r>
                      <a:endParaRPr lang="en-US" sz="1300" b="0" cap="none" spc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bg1"/>
                          </a:solidFill>
                          <a:effectLst/>
                        </a:rPr>
                        <a:t>0.6 ms</a:t>
                      </a:r>
                      <a:endParaRPr lang="en-US" sz="1300" b="0" cap="none" spc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bg1"/>
                          </a:solidFill>
                          <a:effectLst/>
                        </a:rPr>
                        <a:t>3.5x Faster</a:t>
                      </a:r>
                      <a:endParaRPr lang="en-US" sz="1300" b="0" cap="none" spc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50377"/>
                  </a:ext>
                </a:extLst>
              </a:tr>
              <a:tr h="92565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bg1"/>
                          </a:solidFill>
                          <a:effectLst/>
                        </a:rPr>
                        <a:t>Google Pixel 3</a:t>
                      </a:r>
                      <a:endParaRPr lang="en-US" sz="1300" b="0" cap="none" spc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bg1"/>
                          </a:solidFill>
                          <a:effectLst/>
                        </a:rPr>
                        <a:t>7.2 </a:t>
                      </a:r>
                      <a:r>
                        <a:rPr lang="en-US" sz="1300" b="0" cap="none" spc="0" err="1">
                          <a:solidFill>
                            <a:schemeClr val="bg1"/>
                          </a:solidFill>
                          <a:effectLst/>
                        </a:rPr>
                        <a:t>ms</a:t>
                      </a:r>
                      <a:endParaRPr lang="en-US" sz="1300" b="0" cap="none" spc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bg1"/>
                          </a:solidFill>
                          <a:effectLst/>
                        </a:rPr>
                        <a:t>3.4 ms</a:t>
                      </a:r>
                      <a:endParaRPr lang="en-US" sz="1300" b="0" cap="none" spc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300" b="1" cap="none" spc="0" dirty="0">
                          <a:solidFill>
                            <a:schemeClr val="bg1"/>
                          </a:solidFill>
                          <a:effectLst/>
                        </a:rPr>
                        <a:t>2.1x Faster</a:t>
                      </a:r>
                      <a:endParaRPr lang="en-US" sz="1300" b="0" cap="none" spc="0" dirty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107022" marR="86338" marT="82325" marB="823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052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879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A1A38-47C8-A3B3-7112-9A455962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3021-1DD5-03E1-1E90-404BA353C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9DDEA86-8A59-312A-6982-4CCA1A8ED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143000"/>
            <a:ext cx="4572000" cy="52502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2500" lnSpcReduction="10000"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altLang="en-PK" sz="16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Challenge: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High-accuracy face </a:t>
            </a:r>
            <a:r>
              <a:rPr kumimoji="0" lang="en-US" altLang="en-PK" sz="1600" b="0" i="1" u="none" strike="noStrike" cap="none" normalizeH="0" baseline="0" dirty="0">
                <a:ln>
                  <a:noFill/>
                </a:ln>
                <a:effectLst/>
                <a:latin typeface="+mn-lt"/>
              </a:rPr>
              <a:t>recognition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models like </a:t>
            </a:r>
            <a:r>
              <a:rPr kumimoji="0" lang="en-US" altLang="en-PK" sz="16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ResNet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are large (250MB+) and computationally expensive, making them unsuitable for our target low-cost hardware.</a:t>
            </a:r>
          </a:p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The Solution: Sub-Byte Model Quantization</a:t>
            </a:r>
            <a:endParaRPr kumimoji="0" lang="en-US" altLang="en-PK" sz="16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342900" marR="0" lvl="1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Core Concept: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A technique to drastically reduce model size by lowering the precision of its mathematical weights (e.g., from 32-bit numbers down to 4-bit numbers).</a:t>
            </a:r>
          </a:p>
          <a:p>
            <a:pPr marL="342900" marR="0" lvl="1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Candidate Architecture: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</a:t>
            </a:r>
            <a:r>
              <a:rPr kumimoji="0" lang="en-US" altLang="en-PK" sz="1600" b="1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MobileFaceNet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, an efficient model (only ~4MB) that is an ideal starting point for aggressive quantization.</a:t>
            </a:r>
          </a:p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Key Research Findings (Bunda et al., BIOSIG 2022):</a:t>
            </a:r>
            <a:endParaRPr kumimoji="0" lang="en-US" altLang="en-PK" sz="16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342900" marR="0" lvl="1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Quantization-Aware Training (QAT)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is essential to maintain accuracy.</a:t>
            </a:r>
          </a:p>
          <a:p>
            <a:pPr marL="342900" marR="0" lvl="1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4-bit quantization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was found to be the optimal balance, achieving a massive size reduction with almost no performance loss.</a:t>
            </a:r>
          </a:p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Relevance to Our Project:</a:t>
            </a:r>
            <a:endParaRPr kumimoji="0" lang="en-US" altLang="en-PK" sz="16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342900" marR="0" lvl="1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This research provides a clear and proven path to an </a:t>
            </a:r>
            <a:r>
              <a:rPr kumimoji="0" lang="en-US" altLang="en-PK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8-fold reduction in our model's size</a:t>
            </a:r>
            <a:r>
              <a:rPr kumimoji="0" lang="en-US" altLang="en-PK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with a negligible accuracy drop. This makes running a high-accuracy recognition model on a device like a Raspberry Pi or an advanced smartphone feasible.</a:t>
            </a:r>
          </a:p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altLang="en-PK" sz="16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FF1D071-0BF8-FD5D-8CA8-360D2592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33D098-4242-E8B4-D9CC-CFA0D3B82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55361"/>
              </p:ext>
            </p:extLst>
          </p:nvPr>
        </p:nvGraphicFramePr>
        <p:xfrm>
          <a:off x="190500" y="1752600"/>
          <a:ext cx="4038601" cy="3505200"/>
        </p:xfrm>
        <a:graphic>
          <a:graphicData uri="http://schemas.openxmlformats.org/drawingml/2006/table">
            <a:tbl>
              <a:tblPr>
                <a:solidFill>
                  <a:schemeClr val="accent1">
                    <a:lumMod val="20000"/>
                    <a:lumOff val="80000"/>
                  </a:schemeClr>
                </a:solidFill>
              </a:tblPr>
              <a:tblGrid>
                <a:gridCol w="1364342">
                  <a:extLst>
                    <a:ext uri="{9D8B030D-6E8A-4147-A177-3AD203B41FA5}">
                      <a16:colId xmlns:a16="http://schemas.microsoft.com/office/drawing/2014/main" val="1307925362"/>
                    </a:ext>
                  </a:extLst>
                </a:gridCol>
                <a:gridCol w="1182361">
                  <a:extLst>
                    <a:ext uri="{9D8B030D-6E8A-4147-A177-3AD203B41FA5}">
                      <a16:colId xmlns:a16="http://schemas.microsoft.com/office/drawing/2014/main" val="774534936"/>
                    </a:ext>
                  </a:extLst>
                </a:gridCol>
                <a:gridCol w="1491898">
                  <a:extLst>
                    <a:ext uri="{9D8B030D-6E8A-4147-A177-3AD203B41FA5}">
                      <a16:colId xmlns:a16="http://schemas.microsoft.com/office/drawing/2014/main" val="3248861570"/>
                    </a:ext>
                  </a:extLst>
                </a:gridCol>
              </a:tblGrid>
              <a:tr h="1051326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Model Version</a:t>
                      </a: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Accuracy (LFW)</a:t>
                      </a: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Model Size Reduction</a:t>
                      </a: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130841"/>
                  </a:ext>
                </a:extLst>
              </a:tr>
              <a:tr h="1051326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32-bit (Original)</a:t>
                      </a:r>
                      <a:endParaRPr lang="en-US" sz="1700" b="0" cap="none" spc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PK" sz="1700" b="0" cap="none" spc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98.85%</a:t>
                      </a: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700" b="0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1x (Baseline)</a:t>
                      </a: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499896"/>
                  </a:ext>
                </a:extLst>
              </a:tr>
              <a:tr h="701274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8-bit (QAT)</a:t>
                      </a:r>
                      <a:endParaRPr lang="en-US" sz="1700" b="0" cap="none" spc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PK" sz="1700" b="0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98.68%</a:t>
                      </a: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4x Smaller</a:t>
                      </a:r>
                      <a:endParaRPr lang="en-US" sz="1700" b="0" cap="none" spc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984314"/>
                  </a:ext>
                </a:extLst>
              </a:tr>
              <a:tr h="701274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4-bit (QAT)</a:t>
                      </a:r>
                      <a:endParaRPr lang="en-US" sz="1700" b="0" cap="none" spc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PK" sz="17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98.63%</a:t>
                      </a:r>
                      <a:endParaRPr lang="en-PK" sz="1700" b="0" cap="none" spc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700" b="1" cap="none" spc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8x Smaller</a:t>
                      </a:r>
                      <a:endParaRPr lang="en-US" sz="1700" b="0" cap="none" spc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122454" marR="122454" marT="61227" marB="979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469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311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AFE2B-C449-FE8F-F11C-2D00266C01A8}"/>
              </a:ext>
            </a:extLst>
          </p:cNvPr>
          <p:cNvSpPr txBox="1"/>
          <p:nvPr/>
        </p:nvSpPr>
        <p:spPr>
          <a:xfrm>
            <a:off x="457200" y="1600200"/>
            <a:ext cx="8458200" cy="4793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1" i="0" dirty="0">
                <a:effectLst/>
              </a:rPr>
              <a:t>Challenge:</a:t>
            </a:r>
            <a:r>
              <a:rPr lang="en-US" b="0" i="0" dirty="0">
                <a:effectLst/>
              </a:rPr>
              <a:t> Quantization can cause a small accuracy drop. Recovering this accuracy typically requires "fine-tuning" the model, which often needs the original, massive, and frequently private training dataset.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1" i="0" dirty="0">
                <a:effectLst/>
              </a:rPr>
              <a:t>The Evolution of a Solution:</a:t>
            </a:r>
            <a:endParaRPr lang="en-US" b="0" i="0" dirty="0">
              <a:effectLst/>
            </a:endParaRP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1" i="0" dirty="0" err="1">
                <a:effectLst/>
              </a:rPr>
              <a:t>QuantFace</a:t>
            </a:r>
            <a:r>
              <a:rPr lang="en-US" b="1" i="0" dirty="0">
                <a:effectLst/>
              </a:rPr>
              <a:t> (2022):</a:t>
            </a:r>
            <a:r>
              <a:rPr lang="en-US" b="0" i="0" dirty="0">
                <a:effectLst/>
              </a:rPr>
              <a:t> A novel solution that uses a GAN to create millions of </a:t>
            </a:r>
            <a:r>
              <a:rPr lang="en-US" b="0" i="1" dirty="0">
                <a:effectLst/>
              </a:rPr>
              <a:t>synthetic faces</a:t>
            </a:r>
            <a:r>
              <a:rPr lang="en-US" b="0" i="0" dirty="0">
                <a:effectLst/>
              </a:rPr>
              <a:t> for fine-tuning, preserving privacy. However, this process is computationally expensive and takes over 100 hours.</a:t>
            </a: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1" i="0" dirty="0">
                <a:effectLst/>
              </a:rPr>
              <a:t>Ef-</a:t>
            </a:r>
            <a:r>
              <a:rPr lang="en-US" b="1" i="0" dirty="0" err="1">
                <a:effectLst/>
              </a:rPr>
              <a:t>QuantFace</a:t>
            </a:r>
            <a:r>
              <a:rPr lang="en-US" b="1" i="0" dirty="0">
                <a:effectLst/>
              </a:rPr>
              <a:t> (2024):</a:t>
            </a:r>
            <a:r>
              <a:rPr lang="en-US" b="0" i="0" dirty="0">
                <a:effectLst/>
              </a:rPr>
              <a:t> A breakthrough improvement. This paper introduces a new technique called </a:t>
            </a:r>
            <a:r>
              <a:rPr lang="en-US" b="1" i="0" dirty="0">
                <a:effectLst/>
              </a:rPr>
              <a:t>Evaluation-oriented Knowledge Distillation (EKD)</a:t>
            </a:r>
            <a:r>
              <a:rPr lang="en-US" b="0" i="0" dirty="0">
                <a:effectLst/>
              </a:rPr>
              <a:t>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1" i="0" dirty="0">
                <a:effectLst/>
              </a:rPr>
              <a:t>Why Ef-</a:t>
            </a:r>
            <a:r>
              <a:rPr lang="en-US" b="1" i="0" dirty="0" err="1">
                <a:effectLst/>
              </a:rPr>
              <a:t>QuantFace</a:t>
            </a:r>
            <a:r>
              <a:rPr lang="en-US" b="1" i="0" dirty="0">
                <a:effectLst/>
              </a:rPr>
              <a:t> is a Game-Changer:</a:t>
            </a:r>
            <a:endParaRPr lang="en-US" b="0" i="0" dirty="0">
              <a:effectLst/>
            </a:endParaRP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1" i="0" dirty="0">
                <a:effectLst/>
              </a:rPr>
              <a:t>Extreme Data Efficiency:</a:t>
            </a:r>
            <a:r>
              <a:rPr lang="en-US" b="0" i="0" dirty="0">
                <a:effectLst/>
              </a:rPr>
              <a:t> It successfully fine-tunes the model using a </a:t>
            </a:r>
            <a:r>
              <a:rPr lang="en-US" b="1" i="0" dirty="0">
                <a:effectLst/>
              </a:rPr>
              <a:t>tiny public dataset</a:t>
            </a:r>
            <a:r>
              <a:rPr lang="en-US" b="0" i="0" dirty="0">
                <a:effectLst/>
              </a:rPr>
              <a:t> (~14,000 images), which is 440 times smaller than what previous methods used.</a:t>
            </a: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1" i="0" dirty="0">
                <a:effectLst/>
              </a:rPr>
              <a:t>Massive Time Savings:</a:t>
            </a:r>
            <a:r>
              <a:rPr lang="en-US" b="0" i="0" dirty="0">
                <a:effectLst/>
              </a:rPr>
              <a:t> It reduces the fine-tuning time </a:t>
            </a:r>
            <a:r>
              <a:rPr lang="en-US" b="1" i="0" dirty="0">
                <a:effectLst/>
              </a:rPr>
              <a:t>from 100+ hours to just minutes</a:t>
            </a:r>
            <a:r>
              <a:rPr lang="en-US" b="0" i="0" dirty="0">
                <a:effectLst/>
              </a:rPr>
              <a:t>.</a:t>
            </a: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1" i="0" dirty="0">
                <a:effectLst/>
              </a:rPr>
              <a:t>Superior Results:</a:t>
            </a:r>
            <a:r>
              <a:rPr lang="en-US" b="0" i="0" dirty="0">
                <a:effectLst/>
              </a:rPr>
              <a:t> It achieves state-of-the-art accuracy, surpassing the original, more complex </a:t>
            </a:r>
            <a:r>
              <a:rPr lang="en-US" b="0" i="0" dirty="0" err="1">
                <a:effectLst/>
              </a:rPr>
              <a:t>QuantFace</a:t>
            </a:r>
            <a:r>
              <a:rPr lang="en-US" b="0" i="0" dirty="0">
                <a:effectLst/>
              </a:rPr>
              <a:t> methodology.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1" i="0" dirty="0">
                <a:effectLst/>
              </a:rPr>
              <a:t>Relevance to Our Project:</a:t>
            </a:r>
            <a:endParaRPr lang="en-US" b="0" i="0" dirty="0">
              <a:effectLst/>
            </a:endParaRP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0" i="0" dirty="0">
                <a:effectLst/>
              </a:rPr>
              <a:t>This brand-new research provides us with a highly practical and cutting-edge methodology.</a:t>
            </a: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spcAft>
                <a:spcPts val="225"/>
              </a:spcAft>
              <a:buFont typeface="Arial" pitchFamily="34" charset="0"/>
              <a:buChar char="•"/>
            </a:pPr>
            <a:r>
              <a:rPr lang="en-US" b="0" i="0" dirty="0">
                <a:effectLst/>
              </a:rPr>
              <a:t>It removes the need for massive datasets or complex GANs, allowing us to perform the crucial fine-tuning step efficiently within our project timeline.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81A9EEEC-8A1F-6E4A-57EE-67B0ECEF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20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94E7E-4A0E-81C8-F576-858802C99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1CDF-A325-A0FF-D14B-89F902506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E164CA0-51CF-05EE-9B66-05A100532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4038600" cy="45259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altLang="en-PK" sz="1500" b="0" i="0" u="none" strike="noStrike" cap="none" normalizeH="0" baseline="0">
              <a:ln>
                <a:noFill/>
              </a:ln>
              <a:effectLst/>
              <a:latin typeface="+mn-lt"/>
            </a:endParaRPr>
          </a:p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500" b="1" i="0" u="none" strike="noStrike" cap="none" normalizeH="0" baseline="0">
                <a:ln>
                  <a:noFill/>
                </a:ln>
                <a:effectLst/>
                <a:latin typeface="+mn-lt"/>
              </a:rPr>
              <a:t>Focus: Speaker Verification vs. Speech Recognition</a:t>
            </a:r>
            <a:endParaRPr kumimoji="0" lang="en-US" altLang="en-PK" sz="1500" b="0" i="0" u="none" strike="noStrike" cap="none" normalizeH="0" baseline="0">
              <a:ln>
                <a:noFill/>
              </a:ln>
              <a:effectLst/>
              <a:latin typeface="+mn-lt"/>
            </a:endParaRPr>
          </a:p>
          <a:p>
            <a:pPr marL="342900" marR="0" lvl="1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500" b="0" i="0" u="none" strike="noStrike" cap="none" normalizeH="0" baseline="0">
                <a:ln>
                  <a:noFill/>
                </a:ln>
                <a:effectLst/>
                <a:latin typeface="+mn-lt"/>
              </a:rPr>
              <a:t>Our project focuses on </a:t>
            </a:r>
            <a:r>
              <a:rPr kumimoji="0" lang="en-US" altLang="en-PK" sz="1500" b="1" i="0" u="none" strike="noStrike" cap="none" normalizeH="0" baseline="0">
                <a:ln>
                  <a:noFill/>
                </a:ln>
                <a:effectLst/>
                <a:latin typeface="+mn-lt"/>
              </a:rPr>
              <a:t>Speaker Verification</a:t>
            </a:r>
            <a:r>
              <a:rPr kumimoji="0" lang="en-US" altLang="en-PK" sz="1500" b="0" i="0" u="none" strike="noStrike" cap="none" normalizeH="0" baseline="0">
                <a:ln>
                  <a:noFill/>
                </a:ln>
                <a:effectLst/>
                <a:latin typeface="+mn-lt"/>
              </a:rPr>
              <a:t>: Identifying </a:t>
            </a:r>
            <a:r>
              <a:rPr kumimoji="0" lang="en-US" altLang="en-PK" sz="1500" b="0" i="1" u="none" strike="noStrike" cap="none" normalizeH="0" baseline="0">
                <a:ln>
                  <a:noFill/>
                </a:ln>
                <a:effectLst/>
                <a:latin typeface="+mn-lt"/>
              </a:rPr>
              <a:t>who</a:t>
            </a:r>
            <a:r>
              <a:rPr kumimoji="0" lang="en-US" altLang="en-PK" sz="15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is speaking, not </a:t>
            </a:r>
            <a:r>
              <a:rPr kumimoji="0" lang="en-US" altLang="en-PK" sz="1500" b="0" i="1" u="none" strike="noStrike" cap="none" normalizeH="0" baseline="0">
                <a:ln>
                  <a:noFill/>
                </a:ln>
                <a:effectLst/>
                <a:latin typeface="+mn-lt"/>
              </a:rPr>
              <a:t>what</a:t>
            </a:r>
            <a:r>
              <a:rPr kumimoji="0" lang="en-US" altLang="en-PK" sz="15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they are saying.</a:t>
            </a:r>
          </a:p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500" b="1" i="0" u="none" strike="noStrike" cap="none" normalizeH="0" baseline="0">
                <a:ln>
                  <a:noFill/>
                </a:ln>
                <a:effectLst/>
                <a:latin typeface="+mn-lt"/>
              </a:rPr>
              <a:t>Key Architectural Approaches:</a:t>
            </a:r>
            <a:endParaRPr kumimoji="0" lang="en-US" altLang="en-PK" sz="1500" b="0" i="0" u="none" strike="noStrike" cap="none" normalizeH="0" baseline="0">
              <a:ln>
                <a:noFill/>
              </a:ln>
              <a:effectLst/>
              <a:latin typeface="+mn-lt"/>
            </a:endParaRPr>
          </a:p>
          <a:p>
            <a:pPr marL="342900" marR="0" lvl="1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500" b="1" i="0" u="none" strike="noStrike" cap="none" normalizeH="0" baseline="0">
                <a:ln>
                  <a:noFill/>
                </a:ln>
                <a:effectLst/>
                <a:latin typeface="+mn-lt"/>
              </a:rPr>
              <a:t>x-vectors:</a:t>
            </a:r>
            <a:r>
              <a:rPr kumimoji="0" lang="en-US" altLang="en-PK" sz="15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A deep neural network approach that creates a fixed-length "speaker embedding" from variable-length audio, representing the unique characteristics of a voice.</a:t>
            </a:r>
          </a:p>
          <a:p>
            <a:pPr marL="342900" marR="0" lvl="1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500" b="1" i="0" u="none" strike="noStrike" cap="none" normalizeH="0" baseline="0">
                <a:ln>
                  <a:noFill/>
                </a:ln>
                <a:effectLst/>
                <a:latin typeface="+mn-lt"/>
              </a:rPr>
              <a:t>ECAPA-TDNN:</a:t>
            </a:r>
            <a:r>
              <a:rPr kumimoji="0" lang="en-US" altLang="en-PK" sz="15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An evolution of x-vectors. It incorporates attention mechanisms to focus on the most important speech frames, making it more robust to noise and achieving higher accuracy.</a:t>
            </a:r>
          </a:p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PK" sz="1500" b="1" i="0" u="none" strike="noStrike" cap="none" normalizeH="0" baseline="0">
                <a:ln>
                  <a:noFill/>
                </a:ln>
                <a:effectLst/>
                <a:latin typeface="+mn-lt"/>
              </a:rPr>
              <a:t>Comparison of Modern Approaches:</a:t>
            </a:r>
            <a:endParaRPr kumimoji="0" lang="en-US" altLang="en-PK" sz="1500" b="0" i="0" u="none" strike="noStrike" cap="none" normalizeH="0" baseline="0">
              <a:ln>
                <a:noFill/>
              </a:ln>
              <a:effectLst/>
              <a:latin typeface="+mn-lt"/>
            </a:endParaRPr>
          </a:p>
          <a:p>
            <a:pPr marL="342900" marR="0" lvl="0" indent="-3429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altLang="en-PK" sz="15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6F28C-2FBA-F104-855C-62BE0410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1C3F0D-DDD1-8752-1EBA-1E30FB1C1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005015"/>
              </p:ext>
            </p:extLst>
          </p:nvPr>
        </p:nvGraphicFramePr>
        <p:xfrm>
          <a:off x="4648202" y="1905000"/>
          <a:ext cx="4038601" cy="3646223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135170">
                  <a:extLst>
                    <a:ext uri="{9D8B030D-6E8A-4147-A177-3AD203B41FA5}">
                      <a16:colId xmlns:a16="http://schemas.microsoft.com/office/drawing/2014/main" val="3272367151"/>
                    </a:ext>
                  </a:extLst>
                </a:gridCol>
                <a:gridCol w="1588448">
                  <a:extLst>
                    <a:ext uri="{9D8B030D-6E8A-4147-A177-3AD203B41FA5}">
                      <a16:colId xmlns:a16="http://schemas.microsoft.com/office/drawing/2014/main" val="3964922504"/>
                    </a:ext>
                  </a:extLst>
                </a:gridCol>
                <a:gridCol w="1314983">
                  <a:extLst>
                    <a:ext uri="{9D8B030D-6E8A-4147-A177-3AD203B41FA5}">
                      <a16:colId xmlns:a16="http://schemas.microsoft.com/office/drawing/2014/main" val="3480968892"/>
                    </a:ext>
                  </a:extLst>
                </a:gridCol>
              </a:tblGrid>
              <a:tr h="345265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Feature</a:t>
                      </a:r>
                    </a:p>
                  </a:txBody>
                  <a:tcPr marL="93503" marR="89906" marT="71925" marB="719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x-vector</a:t>
                      </a:r>
                    </a:p>
                  </a:txBody>
                  <a:tcPr marL="93503" marR="89906" marT="71925" marB="719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ECAPA-TDNN</a:t>
                      </a:r>
                    </a:p>
                  </a:txBody>
                  <a:tcPr marL="93503" marR="89906" marT="71925" marB="719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958603"/>
                  </a:ext>
                </a:extLst>
              </a:tr>
              <a:tr h="75175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Core Concept</a:t>
                      </a:r>
                      <a:endParaRPr lang="en-US" sz="1100" b="0" cap="none" spc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93503" marR="89906" marT="71925" marB="719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Deep Neural Network Embeddings</a:t>
                      </a:r>
                    </a:p>
                  </a:txBody>
                  <a:tcPr marL="93503" marR="89906" marT="71925" marB="719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Time Delay Neural Network with Attention</a:t>
                      </a:r>
                    </a:p>
                  </a:txBody>
                  <a:tcPr marL="93503" marR="89906" marT="71925" marB="719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833132"/>
                  </a:ext>
                </a:extLst>
              </a:tr>
              <a:tr h="548508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Accuracy</a:t>
                      </a:r>
                      <a:endParaRPr lang="en-US" sz="1100" b="0" cap="none" spc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93503" marR="89906" marT="71925" marB="719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Good</a:t>
                      </a:r>
                    </a:p>
                  </a:txBody>
                  <a:tcPr marL="93503" marR="89906" marT="71925" marB="719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Excellent (State-of-the-Art)</a:t>
                      </a:r>
                    </a:p>
                  </a:txBody>
                  <a:tcPr marL="93503" marR="89906" marT="71925" marB="719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12218"/>
                  </a:ext>
                </a:extLst>
              </a:tr>
              <a:tr h="548508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Key Advantage</a:t>
                      </a:r>
                      <a:endParaRPr lang="en-US" sz="1100" b="0" cap="none" spc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93503" marR="89906" marT="71925" marB="719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Efficient and widely used</a:t>
                      </a:r>
                    </a:p>
                  </a:txBody>
                  <a:tcPr marL="93503" marR="89906" marT="71925" marB="719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Highly robust and accurate</a:t>
                      </a:r>
                    </a:p>
                  </a:txBody>
                  <a:tcPr marL="93503" marR="89906" marT="71925" marB="719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925233"/>
                  </a:ext>
                </a:extLst>
              </a:tr>
              <a:tr h="1452192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Our Choice</a:t>
                      </a:r>
                      <a:endParaRPr lang="en-US" sz="1100" b="0" cap="none" spc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93503" marR="89906" marT="71925" marB="719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Proposed Model:</a:t>
                      </a: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 ECAPA-TDNN, implemented using the robust SpeechBrain toolkit.</a:t>
                      </a:r>
                    </a:p>
                  </a:txBody>
                  <a:tcPr marL="93503" marR="89906" marT="71925" marB="719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PK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3503" marR="71925" marT="71925" marB="71925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27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548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9AB98-1EB6-44BF-86AD-CF6B33A5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A9474CE-7631-C5AE-D2FF-9E931B8556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68572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029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60DBD-02F2-EE00-A819-7F38CBB49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A31B-B5D7-6308-2CD9-FE3A470B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31C34-9420-AA5E-CE54-8AF2511E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/>
              <a:t>Our system is designed as a modular pipeline:</a:t>
            </a:r>
            <a:endParaRPr lang="en-US" sz="2200"/>
          </a:p>
          <a:p>
            <a:pPr lvl="1">
              <a:lnSpc>
                <a:spcPct val="90000"/>
              </a:lnSpc>
            </a:pPr>
            <a:r>
              <a:rPr lang="en-US" sz="2200" b="1"/>
              <a:t>User Interfacing &amp; Sensors:</a:t>
            </a:r>
            <a:r>
              <a:rPr lang="en-US" sz="2200"/>
              <a:t> A camera and microphone capture the user's biometric data.</a:t>
            </a:r>
          </a:p>
          <a:p>
            <a:pPr lvl="1">
              <a:lnSpc>
                <a:spcPct val="90000"/>
              </a:lnSpc>
            </a:pPr>
            <a:r>
              <a:rPr lang="en-US" sz="2200" b="1"/>
              <a:t>Data Ingestion &amp; Allocation:</a:t>
            </a:r>
            <a:r>
              <a:rPr lang="en-US" sz="2200"/>
              <a:t> The raw data is pre-processed. The video stream goes to the face pipeline, and the audio stream goes to the voice pipeline.</a:t>
            </a:r>
          </a:p>
          <a:p>
            <a:pPr lvl="1">
              <a:lnSpc>
                <a:spcPct val="90000"/>
              </a:lnSpc>
            </a:pPr>
            <a:r>
              <a:rPr lang="en-US" sz="2200" b="1"/>
              <a:t>Parallel AI Pipelines:</a:t>
            </a:r>
            <a:r>
              <a:rPr lang="en-US" sz="2200"/>
              <a:t> Facial and Voice Recognition pipelines run independently to generate embeddings.</a:t>
            </a:r>
          </a:p>
          <a:p>
            <a:pPr lvl="1">
              <a:lnSpc>
                <a:spcPct val="90000"/>
              </a:lnSpc>
            </a:pPr>
            <a:r>
              <a:rPr lang="en-US" sz="2200" b="1"/>
              <a:t>Authentication Core:</a:t>
            </a:r>
            <a:r>
              <a:rPr lang="en-US" sz="2200"/>
              <a:t> A fusion engine compares the new embeddings against the stored templates and, considering anti-spoofing results, makes a final decision.</a:t>
            </a:r>
          </a:p>
          <a:p>
            <a:pPr lvl="1">
              <a:lnSpc>
                <a:spcPct val="90000"/>
              </a:lnSpc>
            </a:pPr>
            <a:r>
              <a:rPr lang="en-US" sz="2200" b="1"/>
              <a:t>Backend Services:</a:t>
            </a:r>
            <a:r>
              <a:rPr lang="en-US" sz="2200"/>
              <a:t> Based on the decision, the system performs an action, such as unlocking a door or logging an event.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FB289-D30D-D2BC-9AEB-F2C7E289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00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ED3AF-508F-2541-93E2-B7C9229C7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0D4C29C-23FD-7647-E612-0BBD8C3A8B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948828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9257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056F-0607-44EF-3825-FAD1B807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A2BCD-A7B4-3FDE-0080-27E10902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110B5-3590-12EF-91FF-879E4460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E731D8C-1B61-AC4A-2CB4-80A01B866F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62580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4752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C02E0-9E70-AA1A-5A35-4AB04EF0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6AA7-CFEA-E9F4-1CCD-6608DCE7E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40604-7A6B-83C2-9925-D5614A32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74C2776-F50F-2AA2-7370-11C32C961A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000003"/>
              </p:ext>
            </p:extLst>
          </p:nvPr>
        </p:nvGraphicFramePr>
        <p:xfrm>
          <a:off x="228600" y="1447801"/>
          <a:ext cx="87630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3097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89E98-0177-E3B8-4A5B-76398914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07548D50-19B8-F63A-1E8B-AE03E15973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67287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0461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4E06F-869B-F515-C285-7BAC7098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B2EB1-7E7C-CC5F-8EC2-FD29A841B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C05BB-DFE1-318A-6D4B-AB62C1FA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4D6F3282-B75B-002A-3086-2D163754E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07052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4802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6578-89B9-E9E0-FEF9-10FAED95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FF07-07D4-98EE-D289-7C4836B3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SDG Mapping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542F4-3910-E56D-DC76-16BB2E993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CEAD122-97DE-D577-CCE4-558BD30DF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0465908"/>
              </p:ext>
            </p:extLst>
          </p:nvPr>
        </p:nvGraphicFramePr>
        <p:xfrm>
          <a:off x="457200" y="2117952"/>
          <a:ext cx="8229603" cy="3970881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1477934">
                  <a:extLst>
                    <a:ext uri="{9D8B030D-6E8A-4147-A177-3AD203B41FA5}">
                      <a16:colId xmlns:a16="http://schemas.microsoft.com/office/drawing/2014/main" val="3433129027"/>
                    </a:ext>
                  </a:extLst>
                </a:gridCol>
                <a:gridCol w="1779159">
                  <a:extLst>
                    <a:ext uri="{9D8B030D-6E8A-4147-A177-3AD203B41FA5}">
                      <a16:colId xmlns:a16="http://schemas.microsoft.com/office/drawing/2014/main" val="3522064381"/>
                    </a:ext>
                  </a:extLst>
                </a:gridCol>
                <a:gridCol w="1937595">
                  <a:extLst>
                    <a:ext uri="{9D8B030D-6E8A-4147-A177-3AD203B41FA5}">
                      <a16:colId xmlns:a16="http://schemas.microsoft.com/office/drawing/2014/main" val="1091524616"/>
                    </a:ext>
                  </a:extLst>
                </a:gridCol>
                <a:gridCol w="3034915">
                  <a:extLst>
                    <a:ext uri="{9D8B030D-6E8A-4147-A177-3AD203B41FA5}">
                      <a16:colId xmlns:a16="http://schemas.microsoft.com/office/drawing/2014/main" val="548211097"/>
                    </a:ext>
                  </a:extLst>
                </a:gridCol>
              </a:tblGrid>
              <a:tr h="1125932">
                <a:tc>
                  <a:txBody>
                    <a:bodyPr/>
                    <a:lstStyle/>
                    <a:p>
                      <a:endParaRPr lang="en-US" sz="18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42999" marR="61427" marT="12286" marB="921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If included, inclusion level: </a:t>
                      </a:r>
                    </a:p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Partial, average or major</a:t>
                      </a:r>
                    </a:p>
                  </a:txBody>
                  <a:tcPr marL="42999" marR="61427" marT="12286" marB="921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Goal(s) of project that lie in SDG</a:t>
                      </a:r>
                    </a:p>
                  </a:txBody>
                  <a:tcPr marL="42999" marR="61427" marT="12286" marB="921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How goal(s) meet the criteria of SDG</a:t>
                      </a:r>
                    </a:p>
                  </a:txBody>
                  <a:tcPr marL="42999" marR="61427" marT="12286" marB="921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878534"/>
                  </a:ext>
                </a:extLst>
              </a:tr>
              <a:tr h="12761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cap="none" spc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SDG 9: Industry, Innovation, and Infrastructure 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2999" marR="61427" marT="12286" marB="92141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Major</a:t>
                      </a:r>
                    </a:p>
                  </a:txBody>
                  <a:tcPr marL="42999" marR="61427" marT="12286" marB="921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develop a resilient, secure, and innovative authentication infrastructure.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2999" marR="61427" marT="12286" marB="921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Our project contributes by designing a novel, accessible, and affordable security system. It fosters innovation in the field of physical and digital security, providing a foundation for future secure infrastructure in offices, schools, and public spaces.</a:t>
                      </a:r>
                    </a:p>
                  </a:txBody>
                  <a:tcPr marL="42999" marR="61427" marT="12286" marB="921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07987"/>
                  </a:ext>
                </a:extLst>
              </a:tr>
              <a:tr h="1088376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SDG 11: Sustainable Cities and Communities</a:t>
                      </a:r>
                    </a:p>
                  </a:txBody>
                  <a:tcPr marL="42999" marR="61427" marT="12286" marB="92141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Average</a:t>
                      </a:r>
                    </a:p>
                  </a:txBody>
                  <a:tcPr marL="42999" marR="61427" marT="12286" marB="921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To make access to buildings and services in communities safer and more inclusive.</a:t>
                      </a:r>
                    </a:p>
                    <a:p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2999" marR="61427" marT="12286" marB="921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The contactless system enhances public health and safety in shared urban spaces. Its affordability allows for deployment in community centers and public facilities.</a:t>
                      </a:r>
                    </a:p>
                  </a:txBody>
                  <a:tcPr marL="42999" marR="61427" marT="12286" marB="921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736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00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Details of Meeting with Supervisor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7FC7E-1201-2342-991F-0515A911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AD961A5-0E14-F3E3-D37C-CB75352D88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12813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473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Timeline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5E4F1-9FAA-D74F-9AC5-C11A2642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32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5B0020-EAB6-0D35-8A7C-61A8519D2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479170"/>
              </p:ext>
            </p:extLst>
          </p:nvPr>
        </p:nvGraphicFramePr>
        <p:xfrm>
          <a:off x="457200" y="1846613"/>
          <a:ext cx="8229601" cy="4033139"/>
        </p:xfrm>
        <a:graphic>
          <a:graphicData uri="http://schemas.openxmlformats.org/drawingml/2006/table">
            <a:tbl>
              <a:tblPr firstRow="1" bandRow="1">
                <a:noFill/>
                <a:tableStyleId>{8EC20E35-A176-4012-BC5E-935CFFF8708E}</a:tableStyleId>
              </a:tblPr>
              <a:tblGrid>
                <a:gridCol w="1081476">
                  <a:extLst>
                    <a:ext uri="{9D8B030D-6E8A-4147-A177-3AD203B41FA5}">
                      <a16:colId xmlns:a16="http://schemas.microsoft.com/office/drawing/2014/main" val="3963980010"/>
                    </a:ext>
                  </a:extLst>
                </a:gridCol>
                <a:gridCol w="6046857">
                  <a:extLst>
                    <a:ext uri="{9D8B030D-6E8A-4147-A177-3AD203B41FA5}">
                      <a16:colId xmlns:a16="http://schemas.microsoft.com/office/drawing/2014/main" val="3282677445"/>
                    </a:ext>
                  </a:extLst>
                </a:gridCol>
                <a:gridCol w="1101268">
                  <a:extLst>
                    <a:ext uri="{9D8B030D-6E8A-4147-A177-3AD203B41FA5}">
                      <a16:colId xmlns:a16="http://schemas.microsoft.com/office/drawing/2014/main" val="3196306968"/>
                    </a:ext>
                  </a:extLst>
                </a:gridCol>
              </a:tblGrid>
              <a:tr h="8735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Phase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Activities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Start Week</a:t>
                      </a:r>
                      <a:endParaRPr lang="en-US" sz="22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956635"/>
                  </a:ext>
                </a:extLst>
              </a:tr>
              <a:tr h="451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Phase 1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Literature review, model selection, requirement analysis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Week 1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732668"/>
                  </a:ext>
                </a:extLst>
              </a:tr>
              <a:tr h="451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Phase 2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Facial recognition pipeline development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Week 3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786909"/>
                  </a:ext>
                </a:extLst>
              </a:tr>
              <a:tr h="451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Phase 3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Voice recognition pipeline development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Week 7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829105"/>
                  </a:ext>
                </a:extLst>
              </a:tr>
              <a:tr h="451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Phase 4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Pipeline integration and decision fusion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Week 12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448780"/>
                  </a:ext>
                </a:extLst>
              </a:tr>
              <a:tr h="451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Phase 5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Anti-spoofing implementation (Liveness Detection)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Week 17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759190"/>
                  </a:ext>
                </a:extLst>
              </a:tr>
              <a:tr h="451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Phase 6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Model Quantization and Optimization (QAT)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Week 22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716278"/>
                  </a:ext>
                </a:extLst>
              </a:tr>
              <a:tr h="451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Phase 7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Hardware deployment, testing, evaluation, and documentation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Week 36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32" marR="63332" marT="20710" marB="12666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087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631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2175</Words>
  <Application>Microsoft Office PowerPoint</Application>
  <PresentationFormat>On-screen Show (4:3)</PresentationFormat>
  <Paragraphs>212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Inter</vt:lpstr>
      <vt:lpstr>Times New Roman</vt:lpstr>
      <vt:lpstr>Office Theme</vt:lpstr>
      <vt:lpstr>Two-Layer Contactless Physical Authentication System: Combining Facial &amp; Voice Recognition</vt:lpstr>
      <vt:lpstr>Introduction: The Shifting Landscape of Identity Verification</vt:lpstr>
      <vt:lpstr>Our Proposed Paradigm: A Synergistic Solution:</vt:lpstr>
      <vt:lpstr>Literature Review</vt:lpstr>
      <vt:lpstr>Literature Review</vt:lpstr>
      <vt:lpstr>Literature Review</vt:lpstr>
      <vt:lpstr>Literature Review</vt:lpstr>
      <vt:lpstr>Objectives</vt:lpstr>
      <vt:lpstr>Methodology</vt:lpstr>
      <vt:lpstr>Methodology</vt:lpstr>
      <vt:lpstr>Methodology</vt:lpstr>
      <vt:lpstr>Methodology</vt:lpstr>
      <vt:lpstr>References</vt:lpstr>
      <vt:lpstr>References</vt:lpstr>
      <vt:lpstr>SDG Mapping</vt:lpstr>
      <vt:lpstr>Details of Meeting with Supervisor </vt:lpstr>
      <vt:lpstr>Timeline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Title </dc:title>
  <dc:creator>Project Lab</dc:creator>
  <cp:lastModifiedBy>Faizy</cp:lastModifiedBy>
  <cp:revision>54</cp:revision>
  <dcterms:created xsi:type="dcterms:W3CDTF">2006-08-16T00:00:00Z</dcterms:created>
  <dcterms:modified xsi:type="dcterms:W3CDTF">2025-09-25T04:30:24Z</dcterms:modified>
</cp:coreProperties>
</file>